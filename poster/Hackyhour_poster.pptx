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9601200" cy="128016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</a:t>
            </a:r>
            <a:r>
              <a:rPr b="0" lang="en-US" sz="4400" spc="-1" strike="noStrike">
                <a:latin typeface="Arial"/>
              </a:rPr>
              <a:t>move </a:t>
            </a:r>
            <a:r>
              <a:rPr b="0" lang="en-US" sz="4400" spc="-1" strike="noStrike">
                <a:latin typeface="Arial"/>
              </a:rPr>
              <a:t>the </a:t>
            </a:r>
            <a:r>
              <a:rPr b="0" lang="en-US" sz="4400" spc="-1" strike="noStrike">
                <a:latin typeface="Arial"/>
              </a:rPr>
              <a:t>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8428D78A-CAA5-47FC-A116-DA01D79879DB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sldImg"/>
          </p:nvPr>
        </p:nvSpPr>
        <p:spPr>
          <a:xfrm>
            <a:off x="2271600" y="1143000"/>
            <a:ext cx="2313720" cy="3085560"/>
          </a:xfrm>
          <a:prstGeom prst="rect">
            <a:avLst/>
          </a:prstGeom>
          <a:ln w="0">
            <a:noFill/>
          </a:ln>
        </p:spPr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de-DE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28FF6C7-6CFE-4889-887F-4E6D0EE7CA22}" type="slidenum">
              <a:rPr b="0" lang="de-DE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A38518-09C4-4784-B081-0F3443BA248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480" cy="44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79880" y="2995560"/>
            <a:ext cx="8640720" cy="74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B5AB8E1-0D92-49E0-BCBA-BD07F51E969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480" cy="44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8640720" cy="74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709DBDC-4EDC-4776-8CC9-57629F3C1C8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480" cy="44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4216320" cy="74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4907520" y="2995560"/>
            <a:ext cx="4216320" cy="74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72DFFC-D746-4B87-8D13-8B2E20C2B8C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480" cy="44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E03C8F9-282E-4385-8581-A1BC9C9DB12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ubTitle"/>
          </p:nvPr>
        </p:nvSpPr>
        <p:spPr>
          <a:xfrm>
            <a:off x="720000" y="2095200"/>
            <a:ext cx="8160480" cy="206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D59C8F-0B15-44F7-9B45-F0BB813489E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480" cy="44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4907520" y="2995560"/>
            <a:ext cx="4216320" cy="74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/>
          </p:nvPr>
        </p:nvSpPr>
        <p:spPr>
          <a:xfrm>
            <a:off x="479880" y="687384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804D87-E912-402C-9428-0A209CBF929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480" cy="44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4216320" cy="74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4907520" y="299556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4907520" y="687384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71E665-5214-4AE2-91DE-2C366332E98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480" cy="44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4907520" y="299556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479880" y="6873840"/>
            <a:ext cx="86407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1E023D-76EE-4A63-9A4B-68F42CA9EA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480" cy="44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86407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479880" y="6873840"/>
            <a:ext cx="86407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4CB7F88-9F41-4186-A701-0E86A2E502E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480" cy="44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4907520" y="299556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/>
          </p:nvPr>
        </p:nvSpPr>
        <p:spPr>
          <a:xfrm>
            <a:off x="479880" y="687384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/>
          </p:nvPr>
        </p:nvSpPr>
        <p:spPr>
          <a:xfrm>
            <a:off x="4907520" y="687384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5725C7-6101-4726-A184-B0C8D38BB16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480" cy="44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278208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3401280" y="2995560"/>
            <a:ext cx="278208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6323040" y="2995560"/>
            <a:ext cx="278208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479880" y="6873840"/>
            <a:ext cx="278208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/>
          </p:nvPr>
        </p:nvSpPr>
        <p:spPr>
          <a:xfrm>
            <a:off x="3401280" y="6873840"/>
            <a:ext cx="278208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/>
          </p:nvPr>
        </p:nvSpPr>
        <p:spPr>
          <a:xfrm>
            <a:off x="6323040" y="6873840"/>
            <a:ext cx="278208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9A62D1-047F-4992-9720-0F473E16059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60480" cy="44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80240" y="11865240"/>
            <a:ext cx="3239640" cy="68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780960" y="11865240"/>
            <a:ext cx="2159640" cy="68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de-DE" sz="126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286AD67-C889-44D0-BCD2-E55396BE65C1}" type="slidenum">
              <a:rPr b="0" lang="de-DE" sz="126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6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60240" y="11865240"/>
            <a:ext cx="2159640" cy="68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fik 4" descr=""/>
          <p:cNvPicPr/>
          <p:nvPr/>
        </p:nvPicPr>
        <p:blipFill>
          <a:blip r:embed="rId1"/>
          <a:srcRect l="0" t="2803" r="0" b="2803"/>
          <a:stretch/>
        </p:blipFill>
        <p:spPr>
          <a:xfrm>
            <a:off x="0" y="0"/>
            <a:ext cx="9600480" cy="12800880"/>
          </a:xfrm>
          <a:prstGeom prst="rect">
            <a:avLst/>
          </a:prstGeom>
          <a:ln w="0">
            <a:noFill/>
          </a:ln>
        </p:spPr>
      </p:pic>
      <p:sp>
        <p:nvSpPr>
          <p:cNvPr id="47" name="Rechteck 5"/>
          <p:cNvSpPr/>
          <p:nvPr/>
        </p:nvSpPr>
        <p:spPr>
          <a:xfrm>
            <a:off x="720" y="10640880"/>
            <a:ext cx="9600480" cy="2160720"/>
          </a:xfrm>
          <a:prstGeom prst="rect">
            <a:avLst/>
          </a:prstGeom>
          <a:solidFill>
            <a:srgbClr val="ffffff"/>
          </a:solidFill>
          <a:ln w="57150">
            <a:solidFill>
              <a:srgbClr val="57c31f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</p:sp>
      <p:grpSp>
        <p:nvGrpSpPr>
          <p:cNvPr id="48" name="Gruppieren 50"/>
          <p:cNvGrpSpPr/>
          <p:nvPr/>
        </p:nvGrpSpPr>
        <p:grpSpPr>
          <a:xfrm>
            <a:off x="6243840" y="7956720"/>
            <a:ext cx="4333320" cy="4699080"/>
            <a:chOff x="6243840" y="7956720"/>
            <a:chExt cx="4333320" cy="4699080"/>
          </a:xfrm>
        </p:grpSpPr>
        <p:pic>
          <p:nvPicPr>
            <p:cNvPr id="49" name="Grafik 7" descr=""/>
            <p:cNvPicPr/>
            <p:nvPr/>
          </p:nvPicPr>
          <p:blipFill>
            <a:blip r:embed="rId2"/>
            <a:srcRect l="0" t="27435" r="78283" b="55681"/>
            <a:stretch/>
          </p:blipFill>
          <p:spPr>
            <a:xfrm rot="19750200">
              <a:off x="7027560" y="8394840"/>
              <a:ext cx="2765160" cy="38221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0" name="Textfeld 8"/>
            <p:cNvSpPr/>
            <p:nvPr/>
          </p:nvSpPr>
          <p:spPr>
            <a:xfrm rot="19801200">
              <a:off x="7186680" y="9360000"/>
              <a:ext cx="2166480" cy="637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1" name="Rechteck 9"/>
          <p:cNvSpPr/>
          <p:nvPr/>
        </p:nvSpPr>
        <p:spPr>
          <a:xfrm>
            <a:off x="925920" y="10559160"/>
            <a:ext cx="7748640" cy="14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  <a:scene3d>
              <a:camera prst="orthographicFront"/>
              <a:lightRig dir="t" rig="threePt"/>
            </a:scene3d>
            <a:sp3d extrusionH="57150">
              <a:bevelT prst="angle" w="38100" h="38100"/>
            </a:sp3d>
          </a:bodyPr>
          <a:p>
            <a:pPr algn="ctr">
              <a:lnSpc>
                <a:spcPct val="100000"/>
              </a:lnSpc>
              <a:buNone/>
            </a:pPr>
            <a:r>
              <a:rPr b="1" lang="de-DE" sz="8800" spc="46" strike="noStrike">
                <a:solidFill>
                  <a:srgbClr val="27570e"/>
                </a:solidFill>
                <a:latin typeface="Calibri"/>
                <a:ea typeface="DejaVu Sans"/>
              </a:rPr>
              <a:t>HACKYHOUR</a:t>
            </a:r>
            <a:endParaRPr b="0" lang="en-US" sz="8800" spc="-1" strike="noStrike">
              <a:latin typeface="Arial"/>
            </a:endParaRPr>
          </a:p>
        </p:txBody>
      </p:sp>
      <p:pic>
        <p:nvPicPr>
          <p:cNvPr id="52" name="Grafik 11" descr="Einhorn mit einfarbiger Füllung"/>
          <p:cNvPicPr/>
          <p:nvPr/>
        </p:nvPicPr>
        <p:blipFill>
          <a:blip r:embed="rId3"/>
          <a:stretch/>
        </p:blipFill>
        <p:spPr>
          <a:xfrm rot="19121400">
            <a:off x="7308000" y="5235480"/>
            <a:ext cx="913680" cy="913680"/>
          </a:xfrm>
          <a:prstGeom prst="rect">
            <a:avLst/>
          </a:prstGeom>
          <a:ln w="0">
            <a:noFill/>
          </a:ln>
        </p:spPr>
      </p:pic>
      <p:sp>
        <p:nvSpPr>
          <p:cNvPr id="53" name="Sprechblase: oval 13"/>
          <p:cNvSpPr/>
          <p:nvPr/>
        </p:nvSpPr>
        <p:spPr>
          <a:xfrm>
            <a:off x="5676120" y="254880"/>
            <a:ext cx="2931480" cy="1726920"/>
          </a:xfrm>
          <a:prstGeom prst="wedgeEllipseCallout">
            <a:avLst>
              <a:gd name="adj1" fmla="val -40415"/>
              <a:gd name="adj2" fmla="val 95733"/>
            </a:avLst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de-DE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Dann bis du bei uns richtig! Gemeinsam finden sich die besten Lösungen.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54" name="Gruppieren 44"/>
          <p:cNvGrpSpPr/>
          <p:nvPr/>
        </p:nvGrpSpPr>
        <p:grpSpPr>
          <a:xfrm>
            <a:off x="152280" y="263160"/>
            <a:ext cx="4045320" cy="927720"/>
            <a:chOff x="152280" y="263160"/>
            <a:chExt cx="4045320" cy="927720"/>
          </a:xfrm>
        </p:grpSpPr>
        <p:grpSp>
          <p:nvGrpSpPr>
            <p:cNvPr id="55" name="Gruppieren 42"/>
            <p:cNvGrpSpPr/>
            <p:nvPr/>
          </p:nvGrpSpPr>
          <p:grpSpPr>
            <a:xfrm>
              <a:off x="795960" y="263160"/>
              <a:ext cx="3401640" cy="927720"/>
              <a:chOff x="795960" y="263160"/>
              <a:chExt cx="3401640" cy="927720"/>
            </a:xfrm>
          </p:grpSpPr>
          <p:sp>
            <p:nvSpPr>
              <p:cNvPr id="56" name="Rechteck: abgerundete Ecken 24"/>
              <p:cNvSpPr/>
              <p:nvPr/>
            </p:nvSpPr>
            <p:spPr>
              <a:xfrm>
                <a:off x="795960" y="263160"/>
                <a:ext cx="3401640" cy="927720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>
                <a:solidFill>
                  <a:srgbClr val="70ad47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/>
            </p:style>
          </p:sp>
          <p:sp>
            <p:nvSpPr>
              <p:cNvPr id="57" name="Textfeld 14"/>
              <p:cNvSpPr/>
              <p:nvPr/>
            </p:nvSpPr>
            <p:spPr>
              <a:xfrm>
                <a:off x="917640" y="403920"/>
                <a:ext cx="3157920" cy="6382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Du hast Spaß an IT-Spielereien bzw. -Herausforderungen?</a:t>
                </a:r>
                <a:endParaRPr b="0" lang="en-US" sz="1800" spc="-1" strike="noStrike">
                  <a:latin typeface="Arial"/>
                </a:endParaRPr>
              </a:p>
            </p:txBody>
          </p:sp>
        </p:grpSp>
        <p:grpSp>
          <p:nvGrpSpPr>
            <p:cNvPr id="58" name="Gruppieren 28"/>
            <p:cNvGrpSpPr/>
            <p:nvPr/>
          </p:nvGrpSpPr>
          <p:grpSpPr>
            <a:xfrm>
              <a:off x="152280" y="344520"/>
              <a:ext cx="765000" cy="765000"/>
              <a:chOff x="152280" y="344520"/>
              <a:chExt cx="765000" cy="765000"/>
            </a:xfrm>
          </p:grpSpPr>
          <p:sp>
            <p:nvSpPr>
              <p:cNvPr id="59" name="Ellipse 27"/>
              <p:cNvSpPr/>
              <p:nvPr/>
            </p:nvSpPr>
            <p:spPr>
              <a:xfrm>
                <a:off x="152280" y="344520"/>
                <a:ext cx="765000" cy="765000"/>
              </a:xfrm>
              <a:prstGeom prst="ellipse">
                <a:avLst/>
              </a:prstGeom>
              <a:solidFill>
                <a:srgbClr val="57c31f"/>
              </a:solidFill>
              <a:ln>
                <a:solidFill>
                  <a:srgbClr val="57c31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pic>
            <p:nvPicPr>
              <p:cNvPr id="60" name="Grafik 26" descr="Fragezeichen mit einfarbiger Füllung"/>
              <p:cNvPicPr/>
              <p:nvPr/>
            </p:nvPicPr>
            <p:blipFill>
              <a:blip r:embed="rId4"/>
              <a:stretch/>
            </p:blipFill>
            <p:spPr>
              <a:xfrm>
                <a:off x="210960" y="403200"/>
                <a:ext cx="647280" cy="647280"/>
              </a:xfrm>
              <a:prstGeom prst="rect">
                <a:avLst/>
              </a:prstGeom>
              <a:ln w="0">
                <a:noFill/>
              </a:ln>
            </p:spPr>
          </p:pic>
        </p:grpSp>
      </p:grpSp>
      <p:grpSp>
        <p:nvGrpSpPr>
          <p:cNvPr id="61" name="Gruppieren 43"/>
          <p:cNvGrpSpPr/>
          <p:nvPr/>
        </p:nvGrpSpPr>
        <p:grpSpPr>
          <a:xfrm>
            <a:off x="678960" y="1406160"/>
            <a:ext cx="4416840" cy="1105200"/>
            <a:chOff x="678960" y="1406160"/>
            <a:chExt cx="4416840" cy="1105200"/>
          </a:xfrm>
        </p:grpSpPr>
        <p:grpSp>
          <p:nvGrpSpPr>
            <p:cNvPr id="62" name="Gruppieren 41"/>
            <p:cNvGrpSpPr/>
            <p:nvPr/>
          </p:nvGrpSpPr>
          <p:grpSpPr>
            <a:xfrm>
              <a:off x="1322640" y="1406160"/>
              <a:ext cx="3773160" cy="1105200"/>
              <a:chOff x="1322640" y="1406160"/>
              <a:chExt cx="3773160" cy="1105200"/>
            </a:xfrm>
          </p:grpSpPr>
          <p:sp>
            <p:nvSpPr>
              <p:cNvPr id="63" name="Rechteck: abgerundete Ecken 37"/>
              <p:cNvSpPr/>
              <p:nvPr/>
            </p:nvSpPr>
            <p:spPr>
              <a:xfrm>
                <a:off x="1322640" y="1406160"/>
                <a:ext cx="3773160" cy="1105200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>
                <a:solidFill>
                  <a:srgbClr val="70ad47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/>
            </p:style>
          </p:sp>
          <p:sp>
            <p:nvSpPr>
              <p:cNvPr id="64" name="Textfeld 38"/>
              <p:cNvSpPr/>
              <p:nvPr/>
            </p:nvSpPr>
            <p:spPr>
              <a:xfrm>
                <a:off x="1484640" y="1497240"/>
                <a:ext cx="3449160" cy="9126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Du möchtest herausfinden, wie Informatik deine Forschung verbessern und erleichtern kann?</a:t>
                </a:r>
                <a:endParaRPr b="0" lang="en-US" sz="1800" spc="-1" strike="noStrike">
                  <a:latin typeface="Arial"/>
                </a:endParaRPr>
              </a:p>
            </p:txBody>
          </p:sp>
        </p:grpSp>
        <p:grpSp>
          <p:nvGrpSpPr>
            <p:cNvPr id="65" name="Gruppieren 34"/>
            <p:cNvGrpSpPr/>
            <p:nvPr/>
          </p:nvGrpSpPr>
          <p:grpSpPr>
            <a:xfrm>
              <a:off x="678960" y="1576440"/>
              <a:ext cx="765000" cy="765000"/>
              <a:chOff x="678960" y="1576440"/>
              <a:chExt cx="765000" cy="765000"/>
            </a:xfrm>
          </p:grpSpPr>
          <p:sp>
            <p:nvSpPr>
              <p:cNvPr id="66" name="Ellipse 35"/>
              <p:cNvSpPr/>
              <p:nvPr/>
            </p:nvSpPr>
            <p:spPr>
              <a:xfrm>
                <a:off x="678960" y="1576440"/>
                <a:ext cx="765000" cy="765000"/>
              </a:xfrm>
              <a:prstGeom prst="ellipse">
                <a:avLst/>
              </a:prstGeom>
              <a:solidFill>
                <a:srgbClr val="57c31f"/>
              </a:solidFill>
              <a:ln>
                <a:solidFill>
                  <a:srgbClr val="57c31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pic>
            <p:nvPicPr>
              <p:cNvPr id="67" name="Grafik 36" descr="Fragezeichen mit einfarbiger Füllung"/>
              <p:cNvPicPr/>
              <p:nvPr/>
            </p:nvPicPr>
            <p:blipFill>
              <a:blip r:embed="rId5"/>
              <a:stretch/>
            </p:blipFill>
            <p:spPr>
              <a:xfrm>
                <a:off x="737640" y="1635120"/>
                <a:ext cx="647280" cy="647280"/>
              </a:xfrm>
              <a:prstGeom prst="rect">
                <a:avLst/>
              </a:prstGeom>
              <a:ln w="0">
                <a:noFill/>
              </a:ln>
            </p:spPr>
          </p:pic>
        </p:grpSp>
      </p:grpSp>
      <p:sp>
        <p:nvSpPr>
          <p:cNvPr id="68" name="Textfeld 45"/>
          <p:cNvSpPr/>
          <p:nvPr/>
        </p:nvSpPr>
        <p:spPr>
          <a:xfrm>
            <a:off x="1207800" y="12082320"/>
            <a:ext cx="7184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de-DE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Alle Infos auf unserer Website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69" name="Grafik 47" descr="Puzzleteile mit einfarbiger Füllung"/>
          <p:cNvPicPr/>
          <p:nvPr/>
        </p:nvPicPr>
        <p:blipFill>
          <a:blip r:embed="rId6"/>
          <a:stretch/>
        </p:blipFill>
        <p:spPr>
          <a:xfrm rot="486600">
            <a:off x="1381680" y="5616000"/>
            <a:ext cx="695520" cy="695520"/>
          </a:xfrm>
          <a:prstGeom prst="rect">
            <a:avLst/>
          </a:prstGeom>
          <a:ln w="0">
            <a:noFill/>
          </a:ln>
        </p:spPr>
      </p:pic>
      <p:pic>
        <p:nvPicPr>
          <p:cNvPr id="70" name="Grafik 49" descr="Statistiken mit einfarbiger Füllung"/>
          <p:cNvPicPr/>
          <p:nvPr/>
        </p:nvPicPr>
        <p:blipFill>
          <a:blip r:embed="rId7"/>
          <a:stretch/>
        </p:blipFill>
        <p:spPr>
          <a:xfrm rot="619200">
            <a:off x="1923120" y="5794560"/>
            <a:ext cx="654480" cy="654480"/>
          </a:xfrm>
          <a:prstGeom prst="rect">
            <a:avLst/>
          </a:prstGeom>
          <a:ln w="0">
            <a:noFill/>
          </a:ln>
        </p:spPr>
      </p:pic>
      <p:pic>
        <p:nvPicPr>
          <p:cNvPr id="71" name="" descr=""/>
          <p:cNvPicPr/>
          <p:nvPr/>
        </p:nvPicPr>
        <p:blipFill>
          <a:blip r:embed="rId8"/>
          <a:stretch/>
        </p:blipFill>
        <p:spPr>
          <a:xfrm rot="20061000">
            <a:off x="7696080" y="9183600"/>
            <a:ext cx="1419840" cy="1419840"/>
          </a:xfrm>
          <a:prstGeom prst="rect">
            <a:avLst/>
          </a:prstGeom>
          <a:ln w="0">
            <a:noFill/>
          </a:ln>
        </p:spPr>
      </p:pic>
      <p:sp>
        <p:nvSpPr>
          <p:cNvPr id="72" name=""/>
          <p:cNvSpPr/>
          <p:nvPr/>
        </p:nvSpPr>
        <p:spPr>
          <a:xfrm>
            <a:off x="6262920" y="12454560"/>
            <a:ext cx="33379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https://go.uniwue.de/hackyhour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6845040" y="10640880"/>
            <a:ext cx="1744560" cy="1685880"/>
          </a:xfrm>
          <a:custGeom>
            <a:avLst/>
            <a:gdLst/>
            <a:ahLst/>
            <a:rect l="0" t="0" r="r" b="b"/>
            <a:pathLst>
              <a:path fill="none" w="4846" h="4683">
                <a:moveTo>
                  <a:pt x="0" y="4683"/>
                </a:moveTo>
                <a:cubicBezTo>
                  <a:pt x="1029" y="4676"/>
                  <a:pt x="5751" y="3091"/>
                  <a:pt x="4692" y="0"/>
                </a:cubicBezTo>
              </a:path>
            </a:pathLst>
          </a:custGeom>
          <a:ln w="73080">
            <a:solidFill>
              <a:srgbClr val="57c31f"/>
            </a:solidFill>
            <a:round/>
            <a:tailEnd len="med" type="triangle" w="med"/>
          </a:ln>
        </p:spPr>
      </p:sp>
      <p:grpSp>
        <p:nvGrpSpPr>
          <p:cNvPr id="74" name=""/>
          <p:cNvGrpSpPr/>
          <p:nvPr/>
        </p:nvGrpSpPr>
        <p:grpSpPr>
          <a:xfrm>
            <a:off x="56520" y="2700360"/>
            <a:ext cx="2621520" cy="927720"/>
            <a:chOff x="56520" y="2700360"/>
            <a:chExt cx="2621520" cy="927720"/>
          </a:xfrm>
        </p:grpSpPr>
        <p:grpSp>
          <p:nvGrpSpPr>
            <p:cNvPr id="75" name="Gruppieren 5"/>
            <p:cNvGrpSpPr/>
            <p:nvPr/>
          </p:nvGrpSpPr>
          <p:grpSpPr>
            <a:xfrm>
              <a:off x="700200" y="2700360"/>
              <a:ext cx="1977840" cy="927720"/>
              <a:chOff x="700200" y="2700360"/>
              <a:chExt cx="1977840" cy="927720"/>
            </a:xfrm>
          </p:grpSpPr>
          <p:sp>
            <p:nvSpPr>
              <p:cNvPr id="76" name="Rechteck: abgerundete Ecken 2"/>
              <p:cNvSpPr/>
              <p:nvPr/>
            </p:nvSpPr>
            <p:spPr>
              <a:xfrm>
                <a:off x="700200" y="2700360"/>
                <a:ext cx="1977840" cy="927720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>
                <a:solidFill>
                  <a:srgbClr val="70ad47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/>
            </p:style>
          </p:sp>
          <p:sp>
            <p:nvSpPr>
              <p:cNvPr id="77" name="Textfeld 2"/>
              <p:cNvSpPr/>
              <p:nvPr/>
            </p:nvSpPr>
            <p:spPr>
              <a:xfrm>
                <a:off x="771120" y="2841120"/>
                <a:ext cx="1836000" cy="6382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Du hast Fragen zu </a:t>
                </a: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deinem Projekt?</a:t>
                </a:r>
                <a:endParaRPr b="0" lang="en-US" sz="1800" spc="-1" strike="noStrike">
                  <a:latin typeface="Arial"/>
                </a:endParaRPr>
              </a:p>
            </p:txBody>
          </p:sp>
        </p:grpSp>
        <p:grpSp>
          <p:nvGrpSpPr>
            <p:cNvPr id="78" name="Gruppieren 6"/>
            <p:cNvGrpSpPr/>
            <p:nvPr/>
          </p:nvGrpSpPr>
          <p:grpSpPr>
            <a:xfrm>
              <a:off x="56520" y="2781720"/>
              <a:ext cx="765000" cy="765000"/>
              <a:chOff x="56520" y="2781720"/>
              <a:chExt cx="765000" cy="765000"/>
            </a:xfrm>
          </p:grpSpPr>
          <p:sp>
            <p:nvSpPr>
              <p:cNvPr id="79" name="Ellipse 2"/>
              <p:cNvSpPr/>
              <p:nvPr/>
            </p:nvSpPr>
            <p:spPr>
              <a:xfrm>
                <a:off x="56520" y="2781720"/>
                <a:ext cx="765000" cy="765000"/>
              </a:xfrm>
              <a:prstGeom prst="ellipse">
                <a:avLst/>
              </a:prstGeom>
              <a:solidFill>
                <a:srgbClr val="57c31f"/>
              </a:solidFill>
              <a:ln>
                <a:solidFill>
                  <a:srgbClr val="57c31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pic>
            <p:nvPicPr>
              <p:cNvPr id="80" name="Grafik 2" descr="Fragezeichen mit einfarbiger Füllung"/>
              <p:cNvPicPr/>
              <p:nvPr/>
            </p:nvPicPr>
            <p:blipFill>
              <a:blip r:embed="rId9"/>
              <a:stretch/>
            </p:blipFill>
            <p:spPr>
              <a:xfrm>
                <a:off x="115200" y="2840400"/>
                <a:ext cx="647280" cy="647280"/>
              </a:xfrm>
              <a:prstGeom prst="rect">
                <a:avLst/>
              </a:prstGeom>
              <a:ln w="0">
                <a:noFill/>
              </a:ln>
            </p:spPr>
          </p:pic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</TotalTime>
  <Application>LibreOffice/7.3.7.2$Linux_X86_64 LibreOffice_project/30$Build-2</Application>
  <AppVersion>15.0000</AppVersion>
  <Words>93</Words>
  <Paragraphs>16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2024-05-08T14:06:47Z</dcterms:created>
  <dc:creator>Kerstin Schmid</dc:creator>
  <dc:description/>
  <dc:language>en-US</dc:language>
  <cp:lastModifiedBy>Markus Ankenbrand</cp:lastModifiedBy>
  <dcterms:modified xsi:type="dcterms:W3CDTF">2024-07-22T20:04:06Z</dcterms:modified>
  <cp:revision>4</cp:revision>
  <dc:subject/>
  <dc:title>PowerPoint-Präsentation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A3-Papier (297 x 420 mm)</vt:lpwstr>
  </property>
  <property fmtid="{D5CDD505-2E9C-101B-9397-08002B2CF9AE}" pid="4" name="Slides">
    <vt:i4>2</vt:i4>
  </property>
</Properties>
</file>