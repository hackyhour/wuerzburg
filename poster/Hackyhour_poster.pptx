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</p:sldIdLst>
  <p:sldSz cx="9601200" cy="128016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B5EC496-2D67-47CB-A963-807CAA917284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2271600" y="1143000"/>
            <a:ext cx="231408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de-DE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FEFF7F2-317E-4761-B9F7-F2CF55AAA11B}" type="slidenum">
              <a:rPr b="0" lang="de-DE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6940FF-04A3-43ED-9339-2866A34669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79880" y="2995560"/>
            <a:ext cx="8640720" cy="74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0D5611-3368-4FA3-A8E8-B50068D679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79880" y="2995560"/>
            <a:ext cx="8640720" cy="74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AA922B-A34F-46F3-96D9-D0D5EA21AB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79880" y="2995560"/>
            <a:ext cx="4216320" cy="74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907520" y="2995560"/>
            <a:ext cx="4216320" cy="74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B24D90-92BD-4073-A961-4678744F67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A6AF1D-2B18-4C0E-9A56-78432E07F7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720000" y="2095200"/>
            <a:ext cx="8160840" cy="206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8A8507-D211-43DF-BB82-23243C8A41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79880" y="299556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907520" y="2995560"/>
            <a:ext cx="4216320" cy="74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79880" y="687384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661486-A1CB-4690-B69E-E7FDCEE3F3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79880" y="2995560"/>
            <a:ext cx="4216320" cy="74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907520" y="299556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907520" y="687384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532E53-5C00-4A21-82A5-95559BDA65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79880" y="299556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907520" y="299556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79880" y="6873840"/>
            <a:ext cx="86407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FEDC2C-6AA1-42F1-BC5E-1E00323045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79880" y="2995560"/>
            <a:ext cx="86407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79880" y="6873840"/>
            <a:ext cx="86407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2FE878-C643-49A1-BF33-F1FDAB00B8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79880" y="299556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907520" y="299556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79880" y="687384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907520" y="687384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52FA53-6B57-4765-8122-23728D2BBEE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79880" y="2995560"/>
            <a:ext cx="278208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401280" y="2995560"/>
            <a:ext cx="278208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323040" y="2995560"/>
            <a:ext cx="278208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79880" y="6873840"/>
            <a:ext cx="278208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401280" y="6873840"/>
            <a:ext cx="278208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323040" y="6873840"/>
            <a:ext cx="278208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33AB1F-F1B1-459F-A0EE-5FD3D42A055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83CA65-C062-4EDF-B2FD-58C2DD5074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79880" y="2995560"/>
            <a:ext cx="8640720" cy="74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6E8C79-40EF-42F1-B7CE-C8BCD5C482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79880" y="2995560"/>
            <a:ext cx="8640720" cy="74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654AE4-610C-42CE-9FE4-33F7AFFADC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79880" y="2995560"/>
            <a:ext cx="4216320" cy="74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907520" y="2995560"/>
            <a:ext cx="4216320" cy="74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0D8468-3574-47DD-9E8E-3860B36596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D3C2AD-44C4-4118-BFFA-2FD246A792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720000" y="2095200"/>
            <a:ext cx="8160840" cy="206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07D8AA-5C10-4DA1-B54E-04E16CD2DD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79880" y="299556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907520" y="2995560"/>
            <a:ext cx="4216320" cy="74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79880" y="687384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5EA098-27FF-4C3B-972B-3A5C52C7C6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79880" y="2995560"/>
            <a:ext cx="4216320" cy="74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907520" y="299556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907520" y="687384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365901-2C3E-4A67-B516-56ADFB2D544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79880" y="299556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907520" y="299556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79880" y="6873840"/>
            <a:ext cx="86407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AE7EEC-06F3-4374-84E7-CA6E684224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79880" y="2995560"/>
            <a:ext cx="86407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79880" y="6873840"/>
            <a:ext cx="86407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9280C7-08C5-41DA-8B8D-068FB203EE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79880" y="299556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907520" y="299556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79880" y="687384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907520" y="6873840"/>
            <a:ext cx="42163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DE02F2-12D0-4C19-9544-3E2F5971B50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79880" y="2995560"/>
            <a:ext cx="278208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401280" y="2995560"/>
            <a:ext cx="278208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323040" y="2995560"/>
            <a:ext cx="278208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79880" y="6873840"/>
            <a:ext cx="278208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401280" y="6873840"/>
            <a:ext cx="278208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323040" y="6873840"/>
            <a:ext cx="278208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F408DD-122F-4D40-9788-8EC12CC9B4C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20000" y="2095200"/>
            <a:ext cx="8160840" cy="4456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M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a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s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t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e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r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t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i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t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e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l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f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o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r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m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a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t 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b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e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a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r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b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e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i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t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e</a:t>
            </a:r>
            <a:r>
              <a:rPr b="0" lang="de-DE" sz="6300" spc="-1" strike="noStrike">
                <a:solidFill>
                  <a:srgbClr val="000000"/>
                </a:solidFill>
                <a:latin typeface="Calibri Light"/>
              </a:rPr>
              <a:t>n</a:t>
            </a:r>
            <a:endParaRPr b="0" lang="en-US" sz="63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60240" y="11865240"/>
            <a:ext cx="2160000" cy="681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de-DE" sz="126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de-DE" sz="126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6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80240" y="11865240"/>
            <a:ext cx="3240000" cy="681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780960" y="11865240"/>
            <a:ext cx="2160000" cy="681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de-DE" sz="126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F89CE26-15B4-4081-892F-BC3A840422D1}" type="slidenum">
              <a:rPr b="0" lang="de-DE" sz="126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6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79880" y="2995560"/>
            <a:ext cx="8640720" cy="74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94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9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9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9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9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60240" y="681480"/>
            <a:ext cx="8280720" cy="2473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de-DE" sz="4620" spc="-1" strike="noStrike">
                <a:solidFill>
                  <a:srgbClr val="000000"/>
                </a:solidFill>
                <a:latin typeface="Calibri Light"/>
              </a:rPr>
              <a:t>Mastertitelformat bearbeiten</a:t>
            </a:r>
            <a:endParaRPr b="0" lang="en-US" sz="462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60240" y="3407760"/>
            <a:ext cx="8280720" cy="8121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40120" indent="-240120">
              <a:lnSpc>
                <a:spcPct val="90000"/>
              </a:lnSpc>
              <a:spcBef>
                <a:spcPts val="104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940" spc="-1" strike="noStrike">
                <a:solidFill>
                  <a:srgbClr val="000000"/>
                </a:solidFill>
                <a:latin typeface="Calibri"/>
              </a:rPr>
              <a:t>Mastertextformat bearbeiten</a:t>
            </a:r>
            <a:endParaRPr b="0" lang="en-US" sz="2940" spc="-1" strike="noStrike">
              <a:solidFill>
                <a:srgbClr val="000000"/>
              </a:solidFill>
              <a:latin typeface="Calibri"/>
            </a:endParaRPr>
          </a:p>
          <a:p>
            <a:pPr lvl="1" marL="720000" indent="-240120">
              <a:lnSpc>
                <a:spcPct val="90000"/>
              </a:lnSpc>
              <a:spcBef>
                <a:spcPts val="524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520" spc="-1" strike="noStrike">
                <a:solidFill>
                  <a:srgbClr val="000000"/>
                </a:solidFill>
                <a:latin typeface="Calibri"/>
              </a:rPr>
              <a:t>Zweite Ebene</a:t>
            </a:r>
            <a:endParaRPr b="0" lang="en-US" sz="2520" spc="-1" strike="noStrike">
              <a:solidFill>
                <a:srgbClr val="000000"/>
              </a:solidFill>
              <a:latin typeface="Calibri"/>
            </a:endParaRPr>
          </a:p>
          <a:p>
            <a:pPr lvl="2" marL="1200240" indent="-240120">
              <a:lnSpc>
                <a:spcPct val="90000"/>
              </a:lnSpc>
              <a:spcBef>
                <a:spcPts val="524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100" spc="-1" strike="noStrike">
                <a:solidFill>
                  <a:srgbClr val="000000"/>
                </a:solidFill>
                <a:latin typeface="Calibri"/>
              </a:rPr>
              <a:t>Dritte Ebene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3" marL="1680120" indent="-240120">
              <a:lnSpc>
                <a:spcPct val="90000"/>
              </a:lnSpc>
              <a:spcBef>
                <a:spcPts val="524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90" spc="-1" strike="noStrike">
                <a:solidFill>
                  <a:srgbClr val="000000"/>
                </a:solidFill>
                <a:latin typeface="Calibri"/>
              </a:rPr>
              <a:t>Vierte Ebene</a:t>
            </a:r>
            <a:endParaRPr b="0" lang="en-US" sz="1890" spc="-1" strike="noStrike">
              <a:solidFill>
                <a:srgbClr val="000000"/>
              </a:solidFill>
              <a:latin typeface="Calibri"/>
            </a:endParaRPr>
          </a:p>
          <a:p>
            <a:pPr lvl="4" marL="2160360" indent="-240120">
              <a:lnSpc>
                <a:spcPct val="90000"/>
              </a:lnSpc>
              <a:spcBef>
                <a:spcPts val="524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90" spc="-1" strike="noStrike">
                <a:solidFill>
                  <a:srgbClr val="000000"/>
                </a:solidFill>
                <a:latin typeface="Calibri"/>
              </a:rPr>
              <a:t>Fünfte Ebene</a:t>
            </a:r>
            <a:endParaRPr b="0" lang="en-US" sz="18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660240" y="11865240"/>
            <a:ext cx="2160000" cy="681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de-DE" sz="126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de-DE" sz="126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6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80240" y="11865240"/>
            <a:ext cx="3240000" cy="681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780960" y="11865240"/>
            <a:ext cx="2160000" cy="681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de-DE" sz="126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F34E9D5-8993-4E61-AF98-8491077A2718}" type="slidenum">
              <a:rPr b="0" lang="de-DE" sz="126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6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rafik 4" descr=""/>
          <p:cNvPicPr/>
          <p:nvPr/>
        </p:nvPicPr>
        <p:blipFill>
          <a:blip r:embed="rId1"/>
          <a:srcRect l="0" t="2803" r="0" b="2803"/>
          <a:stretch/>
        </p:blipFill>
        <p:spPr>
          <a:xfrm>
            <a:off x="0" y="0"/>
            <a:ext cx="9600840" cy="12801240"/>
          </a:xfrm>
          <a:prstGeom prst="rect">
            <a:avLst/>
          </a:prstGeom>
          <a:ln w="0">
            <a:noFill/>
          </a:ln>
        </p:spPr>
      </p:pic>
      <p:sp>
        <p:nvSpPr>
          <p:cNvPr id="89" name="Rechteck 5"/>
          <p:cNvSpPr/>
          <p:nvPr/>
        </p:nvSpPr>
        <p:spPr>
          <a:xfrm>
            <a:off x="0" y="10640160"/>
            <a:ext cx="9600840" cy="2161080"/>
          </a:xfrm>
          <a:prstGeom prst="rect">
            <a:avLst/>
          </a:prstGeom>
          <a:solidFill>
            <a:srgbClr val="ffffff"/>
          </a:solidFill>
          <a:ln w="57150">
            <a:solidFill>
              <a:srgbClr val="57c31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</p:sp>
      <p:grpSp>
        <p:nvGrpSpPr>
          <p:cNvPr id="90" name="Gruppieren 50"/>
          <p:cNvGrpSpPr/>
          <p:nvPr/>
        </p:nvGrpSpPr>
        <p:grpSpPr>
          <a:xfrm>
            <a:off x="6243840" y="7956360"/>
            <a:ext cx="4333680" cy="4699800"/>
            <a:chOff x="6243840" y="7956360"/>
            <a:chExt cx="4333680" cy="4699800"/>
          </a:xfrm>
        </p:grpSpPr>
        <p:pic>
          <p:nvPicPr>
            <p:cNvPr id="91" name="Grafik 7" descr=""/>
            <p:cNvPicPr/>
            <p:nvPr/>
          </p:nvPicPr>
          <p:blipFill>
            <a:blip r:embed="rId2"/>
            <a:srcRect l="0" t="27435" r="78283" b="55681"/>
            <a:stretch/>
          </p:blipFill>
          <p:spPr>
            <a:xfrm rot="19750200">
              <a:off x="7027920" y="8394840"/>
              <a:ext cx="2765520" cy="3822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2" name="Textfeld 8"/>
            <p:cNvSpPr/>
            <p:nvPr/>
          </p:nvSpPr>
          <p:spPr>
            <a:xfrm rot="19801200">
              <a:off x="7186680" y="9360360"/>
              <a:ext cx="21668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3" name="Rechteck 9"/>
          <p:cNvSpPr/>
          <p:nvPr/>
        </p:nvSpPr>
        <p:spPr>
          <a:xfrm>
            <a:off x="925920" y="10559160"/>
            <a:ext cx="7749000" cy="14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  <a:scene3d>
              <a:camera prst="orthographicFront"/>
              <a:lightRig dir="t" rig="threePt"/>
            </a:scene3d>
            <a:sp3d extrusionH="57150">
              <a:bevelT prst="angle" w="38100" h="38100"/>
            </a:sp3d>
          </a:bodyPr>
          <a:p>
            <a:pPr algn="ctr">
              <a:lnSpc>
                <a:spcPct val="100000"/>
              </a:lnSpc>
              <a:buNone/>
            </a:pPr>
            <a:r>
              <a:rPr b="1" lang="de-DE" sz="8800" spc="49" strike="noStrike">
                <a:solidFill>
                  <a:srgbClr val="27570e"/>
                </a:solidFill>
                <a:latin typeface="Calibri"/>
              </a:rPr>
              <a:t>HACKYHOUR</a:t>
            </a:r>
            <a:endParaRPr b="0" lang="en-US" sz="8800" spc="-1" strike="noStrike">
              <a:latin typeface="Arial"/>
            </a:endParaRPr>
          </a:p>
        </p:txBody>
      </p:sp>
      <p:pic>
        <p:nvPicPr>
          <p:cNvPr id="94" name="Grafik 11" descr="Einhorn mit einfarbiger Füllung"/>
          <p:cNvPicPr/>
          <p:nvPr/>
        </p:nvPicPr>
        <p:blipFill>
          <a:blip r:embed="rId3"/>
          <a:stretch/>
        </p:blipFill>
        <p:spPr>
          <a:xfrm rot="19121400">
            <a:off x="7308360" y="523548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95" name="Sprechblase: oval 13"/>
          <p:cNvSpPr/>
          <p:nvPr/>
        </p:nvSpPr>
        <p:spPr>
          <a:xfrm>
            <a:off x="5676120" y="254880"/>
            <a:ext cx="2931840" cy="1727280"/>
          </a:xfrm>
          <a:prstGeom prst="wedgeEllipseCallout">
            <a:avLst>
              <a:gd name="adj1" fmla="val -40415"/>
              <a:gd name="adj2" fmla="val 95733"/>
            </a:avLst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de-DE" sz="1800" spc="-1" strike="noStrike">
                <a:solidFill>
                  <a:srgbClr val="000000"/>
                </a:solidFill>
                <a:latin typeface="Calibri"/>
              </a:rPr>
              <a:t>Dann bis du bei uns richtig! Gemeinsam finden sich die besten Lösungen.</a:t>
            </a:r>
            <a:endParaRPr b="0" lang="en-US" sz="1800" spc="-1" strike="noStrike">
              <a:latin typeface="Arial"/>
            </a:endParaRPr>
          </a:p>
        </p:txBody>
      </p:sp>
      <p:grpSp>
        <p:nvGrpSpPr>
          <p:cNvPr id="96" name="Gruppieren 44"/>
          <p:cNvGrpSpPr/>
          <p:nvPr/>
        </p:nvGrpSpPr>
        <p:grpSpPr>
          <a:xfrm>
            <a:off x="188280" y="335160"/>
            <a:ext cx="4045680" cy="928080"/>
            <a:chOff x="188280" y="335160"/>
            <a:chExt cx="4045680" cy="928080"/>
          </a:xfrm>
        </p:grpSpPr>
        <p:grpSp>
          <p:nvGrpSpPr>
            <p:cNvPr id="97" name="Gruppieren 42"/>
            <p:cNvGrpSpPr/>
            <p:nvPr/>
          </p:nvGrpSpPr>
          <p:grpSpPr>
            <a:xfrm>
              <a:off x="831960" y="335160"/>
              <a:ext cx="3402000" cy="928080"/>
              <a:chOff x="831960" y="335160"/>
              <a:chExt cx="3402000" cy="928080"/>
            </a:xfrm>
          </p:grpSpPr>
          <p:sp>
            <p:nvSpPr>
              <p:cNvPr id="98" name="Rechteck: abgerundete Ecken 24"/>
              <p:cNvSpPr/>
              <p:nvPr/>
            </p:nvSpPr>
            <p:spPr>
              <a:xfrm>
                <a:off x="831960" y="335160"/>
                <a:ext cx="3402000" cy="92808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>
                <a:solidFill>
                  <a:srgbClr val="70ad47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/>
            </p:style>
          </p:sp>
          <p:sp>
            <p:nvSpPr>
              <p:cNvPr id="99" name="Textfeld 14"/>
              <p:cNvSpPr/>
              <p:nvPr/>
            </p:nvSpPr>
            <p:spPr>
              <a:xfrm>
                <a:off x="953640" y="475920"/>
                <a:ext cx="3158280" cy="63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0" lang="de-DE" sz="1800" spc="-1" strike="noStrike">
                    <a:solidFill>
                      <a:srgbClr val="000000"/>
                    </a:solidFill>
                    <a:latin typeface="Calibri"/>
                  </a:rPr>
                  <a:t>Du hast Spaß an IT-Spielereien bzw. -Herausforderungen?</a:t>
                </a:r>
                <a:endParaRPr b="0" lang="en-US" sz="1800" spc="-1" strike="noStrike">
                  <a:latin typeface="Arial"/>
                </a:endParaRPr>
              </a:p>
            </p:txBody>
          </p:sp>
        </p:grpSp>
        <p:grpSp>
          <p:nvGrpSpPr>
            <p:cNvPr id="100" name="Gruppieren 28"/>
            <p:cNvGrpSpPr/>
            <p:nvPr/>
          </p:nvGrpSpPr>
          <p:grpSpPr>
            <a:xfrm>
              <a:off x="188280" y="416520"/>
              <a:ext cx="765360" cy="765360"/>
              <a:chOff x="188280" y="416520"/>
              <a:chExt cx="765360" cy="765360"/>
            </a:xfrm>
          </p:grpSpPr>
          <p:sp>
            <p:nvSpPr>
              <p:cNvPr id="101" name="Ellipse 27"/>
              <p:cNvSpPr/>
              <p:nvPr/>
            </p:nvSpPr>
            <p:spPr>
              <a:xfrm>
                <a:off x="188280" y="416520"/>
                <a:ext cx="765360" cy="765360"/>
              </a:xfrm>
              <a:prstGeom prst="ellipse">
                <a:avLst/>
              </a:prstGeom>
              <a:solidFill>
                <a:srgbClr val="57c31f"/>
              </a:solidFill>
              <a:ln>
                <a:solidFill>
                  <a:srgbClr val="57c31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pic>
            <p:nvPicPr>
              <p:cNvPr id="102" name="Grafik 26" descr="Fragezeichen mit einfarbiger Füllung"/>
              <p:cNvPicPr/>
              <p:nvPr/>
            </p:nvPicPr>
            <p:blipFill>
              <a:blip r:embed="rId4"/>
              <a:stretch/>
            </p:blipFill>
            <p:spPr>
              <a:xfrm>
                <a:off x="246960" y="475200"/>
                <a:ext cx="647640" cy="6476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103" name="Gruppieren 43"/>
          <p:cNvGrpSpPr/>
          <p:nvPr/>
        </p:nvGrpSpPr>
        <p:grpSpPr>
          <a:xfrm>
            <a:off x="570960" y="1441080"/>
            <a:ext cx="4417200" cy="1105560"/>
            <a:chOff x="570960" y="1441080"/>
            <a:chExt cx="4417200" cy="1105560"/>
          </a:xfrm>
        </p:grpSpPr>
        <p:grpSp>
          <p:nvGrpSpPr>
            <p:cNvPr id="104" name="Gruppieren 41"/>
            <p:cNvGrpSpPr/>
            <p:nvPr/>
          </p:nvGrpSpPr>
          <p:grpSpPr>
            <a:xfrm>
              <a:off x="1214640" y="1441080"/>
              <a:ext cx="3773520" cy="1105560"/>
              <a:chOff x="1214640" y="1441080"/>
              <a:chExt cx="3773520" cy="1105560"/>
            </a:xfrm>
          </p:grpSpPr>
          <p:sp>
            <p:nvSpPr>
              <p:cNvPr id="105" name="Rechteck: abgerundete Ecken 37"/>
              <p:cNvSpPr/>
              <p:nvPr/>
            </p:nvSpPr>
            <p:spPr>
              <a:xfrm>
                <a:off x="1214640" y="1441080"/>
                <a:ext cx="3773520" cy="110556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>
                <a:solidFill>
                  <a:srgbClr val="70ad47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/>
            </p:style>
          </p:sp>
          <p:sp>
            <p:nvSpPr>
              <p:cNvPr id="106" name="Textfeld 38"/>
              <p:cNvSpPr/>
              <p:nvPr/>
            </p:nvSpPr>
            <p:spPr>
              <a:xfrm>
                <a:off x="1376640" y="1532160"/>
                <a:ext cx="3449520" cy="912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0" lang="de-DE" sz="1800" spc="-1" strike="noStrike">
                    <a:solidFill>
                      <a:srgbClr val="000000"/>
                    </a:solidFill>
                    <a:latin typeface="Calibri"/>
                  </a:rPr>
                  <a:t>Du möchtest herausfinden, wie Informatik deine Forschung verbessern und erleichtern kann?</a:t>
                </a:r>
                <a:endParaRPr b="0" lang="en-US" sz="1800" spc="-1" strike="noStrike">
                  <a:latin typeface="Arial"/>
                </a:endParaRPr>
              </a:p>
            </p:txBody>
          </p:sp>
        </p:grpSp>
        <p:grpSp>
          <p:nvGrpSpPr>
            <p:cNvPr id="107" name="Gruppieren 34"/>
            <p:cNvGrpSpPr/>
            <p:nvPr/>
          </p:nvGrpSpPr>
          <p:grpSpPr>
            <a:xfrm>
              <a:off x="570960" y="1611360"/>
              <a:ext cx="765360" cy="765360"/>
              <a:chOff x="570960" y="1611360"/>
              <a:chExt cx="765360" cy="765360"/>
            </a:xfrm>
          </p:grpSpPr>
          <p:sp>
            <p:nvSpPr>
              <p:cNvPr id="108" name="Ellipse 35"/>
              <p:cNvSpPr/>
              <p:nvPr/>
            </p:nvSpPr>
            <p:spPr>
              <a:xfrm>
                <a:off x="570960" y="1611360"/>
                <a:ext cx="765360" cy="765360"/>
              </a:xfrm>
              <a:prstGeom prst="ellipse">
                <a:avLst/>
              </a:prstGeom>
              <a:solidFill>
                <a:srgbClr val="57c31f"/>
              </a:solidFill>
              <a:ln>
                <a:solidFill>
                  <a:srgbClr val="57c31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pic>
            <p:nvPicPr>
              <p:cNvPr id="109" name="Grafik 36" descr="Fragezeichen mit einfarbiger Füllung"/>
              <p:cNvPicPr/>
              <p:nvPr/>
            </p:nvPicPr>
            <p:blipFill>
              <a:blip r:embed="rId5"/>
              <a:stretch/>
            </p:blipFill>
            <p:spPr>
              <a:xfrm>
                <a:off x="629640" y="1670040"/>
                <a:ext cx="647640" cy="64764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10" name="Textfeld 45"/>
          <p:cNvSpPr/>
          <p:nvPr/>
        </p:nvSpPr>
        <p:spPr>
          <a:xfrm>
            <a:off x="1207800" y="12082320"/>
            <a:ext cx="7185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de-DE" sz="2400" spc="-1" strike="noStrike">
                <a:solidFill>
                  <a:srgbClr val="000000"/>
                </a:solidFill>
                <a:latin typeface="Calibri"/>
              </a:rPr>
              <a:t>Einmal im Monat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1" name="Grafik 47" descr="Puzzleteile mit einfarbiger Füllung"/>
          <p:cNvPicPr/>
          <p:nvPr/>
        </p:nvPicPr>
        <p:blipFill>
          <a:blip r:embed="rId6"/>
          <a:stretch/>
        </p:blipFill>
        <p:spPr>
          <a:xfrm rot="486600">
            <a:off x="1381680" y="5616360"/>
            <a:ext cx="695880" cy="695880"/>
          </a:xfrm>
          <a:prstGeom prst="rect">
            <a:avLst/>
          </a:prstGeom>
          <a:ln w="0">
            <a:noFill/>
          </a:ln>
        </p:spPr>
      </p:pic>
      <p:pic>
        <p:nvPicPr>
          <p:cNvPr id="112" name="Grafik 49" descr="Statistiken mit einfarbiger Füllung"/>
          <p:cNvPicPr/>
          <p:nvPr/>
        </p:nvPicPr>
        <p:blipFill>
          <a:blip r:embed="rId7"/>
          <a:stretch/>
        </p:blipFill>
        <p:spPr>
          <a:xfrm rot="619200">
            <a:off x="1923120" y="5794560"/>
            <a:ext cx="654840" cy="654840"/>
          </a:xfrm>
          <a:prstGeom prst="rect">
            <a:avLst/>
          </a:prstGeom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8"/>
          <a:stretch/>
        </p:blipFill>
        <p:spPr>
          <a:xfrm rot="20061000">
            <a:off x="7696080" y="9183600"/>
            <a:ext cx="1420200" cy="1420200"/>
          </a:xfrm>
          <a:prstGeom prst="rect">
            <a:avLst/>
          </a:prstGeom>
          <a:ln w="0">
            <a:noFill/>
          </a:ln>
        </p:spPr>
      </p:pic>
      <p:sp>
        <p:nvSpPr>
          <p:cNvPr id="114" name=""/>
          <p:cNvSpPr txBox="1"/>
          <p:nvPr/>
        </p:nvSpPr>
        <p:spPr>
          <a:xfrm>
            <a:off x="6262920" y="12454560"/>
            <a:ext cx="333828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https://go.uniwue.de/hackyhour</a:t>
            </a:r>
            <a:endParaRPr b="0" lang="en-US" sz="1800" spc="-1" strike="noStrike">
              <a:latin typeface="Arial"/>
            </a:endParaRPr>
          </a:p>
        </p:txBody>
      </p:sp>
      <p:grpSp>
        <p:nvGrpSpPr>
          <p:cNvPr id="115" name="Gruppieren 1"/>
          <p:cNvGrpSpPr/>
          <p:nvPr/>
        </p:nvGrpSpPr>
        <p:grpSpPr>
          <a:xfrm>
            <a:off x="3571560" y="9541800"/>
            <a:ext cx="3381480" cy="799920"/>
            <a:chOff x="3571560" y="9541800"/>
            <a:chExt cx="3381480" cy="799920"/>
          </a:xfrm>
        </p:grpSpPr>
        <p:grpSp>
          <p:nvGrpSpPr>
            <p:cNvPr id="116" name="Gruppieren 2"/>
            <p:cNvGrpSpPr/>
            <p:nvPr/>
          </p:nvGrpSpPr>
          <p:grpSpPr>
            <a:xfrm>
              <a:off x="4109760" y="9541800"/>
              <a:ext cx="2843280" cy="799920"/>
              <a:chOff x="4109760" y="9541800"/>
              <a:chExt cx="2843280" cy="799920"/>
            </a:xfrm>
          </p:grpSpPr>
          <p:sp>
            <p:nvSpPr>
              <p:cNvPr id="117" name="Rechteck: abgerundete Ecken 1"/>
              <p:cNvSpPr/>
              <p:nvPr/>
            </p:nvSpPr>
            <p:spPr>
              <a:xfrm>
                <a:off x="4109760" y="9541800"/>
                <a:ext cx="2843280" cy="79992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>
                <a:solidFill>
                  <a:srgbClr val="70ad47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/>
            </p:style>
          </p:sp>
          <p:sp>
            <p:nvSpPr>
              <p:cNvPr id="118" name="Textfeld 1"/>
              <p:cNvSpPr/>
              <p:nvPr/>
            </p:nvSpPr>
            <p:spPr>
              <a:xfrm>
                <a:off x="4211280" y="9663480"/>
                <a:ext cx="26398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0" lang="de-DE" sz="1800" spc="-1" strike="noStrike">
                    <a:solidFill>
                      <a:srgbClr val="000000"/>
                    </a:solidFill>
                    <a:latin typeface="Calibri"/>
                  </a:rPr>
                  <a:t>Du hast ein Problem?</a:t>
                </a:r>
                <a:endParaRPr b="0" lang="en-US" sz="1800" spc="-1" strike="noStrike">
                  <a:latin typeface="Arial"/>
                </a:endParaRPr>
              </a:p>
            </p:txBody>
          </p:sp>
        </p:grpSp>
        <p:grpSp>
          <p:nvGrpSpPr>
            <p:cNvPr id="119" name="Gruppieren 3"/>
            <p:cNvGrpSpPr/>
            <p:nvPr/>
          </p:nvGrpSpPr>
          <p:grpSpPr>
            <a:xfrm>
              <a:off x="3571560" y="9611640"/>
              <a:ext cx="639720" cy="659880"/>
              <a:chOff x="3571560" y="9611640"/>
              <a:chExt cx="639720" cy="659880"/>
            </a:xfrm>
          </p:grpSpPr>
          <p:sp>
            <p:nvSpPr>
              <p:cNvPr id="120" name="Ellipse 1"/>
              <p:cNvSpPr/>
              <p:nvPr/>
            </p:nvSpPr>
            <p:spPr>
              <a:xfrm>
                <a:off x="3571560" y="9611640"/>
                <a:ext cx="639720" cy="659880"/>
              </a:xfrm>
              <a:prstGeom prst="ellipse">
                <a:avLst/>
              </a:prstGeom>
              <a:solidFill>
                <a:srgbClr val="57c31f"/>
              </a:solidFill>
              <a:ln>
                <a:solidFill>
                  <a:srgbClr val="57c31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pic>
            <p:nvPicPr>
              <p:cNvPr id="121" name="Grafik 1" descr="Fragezeichen mit einfarbiger Füllung"/>
              <p:cNvPicPr/>
              <p:nvPr/>
            </p:nvPicPr>
            <p:blipFill>
              <a:blip r:embed="rId9"/>
              <a:stretch/>
            </p:blipFill>
            <p:spPr>
              <a:xfrm>
                <a:off x="3620160" y="9662040"/>
                <a:ext cx="541440" cy="55836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</TotalTime>
  <Application>LibreOffice/7.3.7.2$Linux_X86_64 LibreOffice_project/30$Build-2</Application>
  <AppVersion>15.0000</AppVersion>
  <Words>93</Words>
  <Paragraphs>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2024-05-08T14:06:47Z</dcterms:created>
  <dc:creator>Kerstin Schmid</dc:creator>
  <dc:description/>
  <dc:language>en-US</dc:language>
  <cp:lastModifiedBy>Markus Ankenbrand</cp:lastModifiedBy>
  <dcterms:modified xsi:type="dcterms:W3CDTF">2024-06-24T18:31:03Z</dcterms:modified>
  <cp:revision>3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A3-Papier (297 x 420 mm)</vt:lpwstr>
  </property>
  <property fmtid="{D5CDD505-2E9C-101B-9397-08002B2CF9AE}" pid="4" name="Slides">
    <vt:i4>2</vt:i4>
  </property>
</Properties>
</file>