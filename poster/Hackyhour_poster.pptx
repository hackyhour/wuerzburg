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</p:sldIdLst>
  <p:sldSz cx="9601200" cy="128016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</a:t>
            </a:r>
            <a:r>
              <a:rPr b="0" lang="en-US" sz="4400" spc="-1" strike="noStrike">
                <a:latin typeface="Arial"/>
              </a:rPr>
              <a:t>move the </a:t>
            </a:r>
            <a:r>
              <a:rPr b="0" lang="en-US" sz="4400" spc="-1" strike="noStrike">
                <a:latin typeface="Arial"/>
              </a:rPr>
              <a:t>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0FFA605D-A6F7-4434-858D-1CBF76CE8F63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sldImg"/>
          </p:nvPr>
        </p:nvSpPr>
        <p:spPr>
          <a:xfrm>
            <a:off x="2271600" y="1143000"/>
            <a:ext cx="2313360" cy="3085200"/>
          </a:xfrm>
          <a:prstGeom prst="rect">
            <a:avLst/>
          </a:prstGeom>
          <a:ln w="0">
            <a:noFill/>
          </a:ln>
        </p:spPr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de-DE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A133CC3-C8B3-410D-A790-11D3E524B508}" type="slidenum">
              <a:rPr b="0" lang="de-DE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CC81F18-43A5-4037-872E-66EDE0FC1FC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60120" cy="44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79880" y="2995560"/>
            <a:ext cx="8640360" cy="742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295AB37-2BA9-482E-9E34-9E30230D203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60120" cy="44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8640360" cy="742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1BD86ED-182A-49C4-8C3E-9B5104BBF1E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60120" cy="44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4216320" cy="742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907520" y="2995560"/>
            <a:ext cx="4216320" cy="742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9CAB6E6-96DE-4E57-A5D7-FE3E4B6F054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60120" cy="44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16A6122-9229-4AE9-9CE4-067B227D09A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720000" y="2095200"/>
            <a:ext cx="8160120" cy="206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B1728DE-B307-4EC4-A196-E28ECA83CEA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60120" cy="44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421632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907520" y="2995560"/>
            <a:ext cx="4216320" cy="742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79880" y="6873480"/>
            <a:ext cx="421632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FA7D798-260C-4596-8600-4C2E7AF167C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60120" cy="44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4216320" cy="742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907520" y="2995560"/>
            <a:ext cx="421632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907520" y="6873480"/>
            <a:ext cx="421632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84EA310-9FD7-40A6-8286-1E3B5711729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60120" cy="44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421632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907520" y="2995560"/>
            <a:ext cx="421632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79880" y="6873480"/>
            <a:ext cx="864036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95B2E0D-60F4-485A-A1E8-0D48A3F77DF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60120" cy="44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864036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9880" y="6873480"/>
            <a:ext cx="864036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7AC123C-1A99-4FB1-93CD-128305A1E98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60120" cy="44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421632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907520" y="2995560"/>
            <a:ext cx="421632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79880" y="6873480"/>
            <a:ext cx="421632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907520" y="6873480"/>
            <a:ext cx="421632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266AAE2-56C1-43CA-BB30-AA8216A3AF6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60120" cy="44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278208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401280" y="2995560"/>
            <a:ext cx="278208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323040" y="2995560"/>
            <a:ext cx="278208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79880" y="6873480"/>
            <a:ext cx="278208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401280" y="6873480"/>
            <a:ext cx="278208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323040" y="6873480"/>
            <a:ext cx="2782080" cy="354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B44B6C4-8140-4E9D-9D50-F11232EA305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60120" cy="44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79880" y="2995560"/>
            <a:ext cx="8640360" cy="742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180240" y="11865240"/>
            <a:ext cx="3239280" cy="680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6780960" y="11865240"/>
            <a:ext cx="2159280" cy="680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de-DE" sz="126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43929C8-12F6-4C83-B065-88C653810E3B}" type="slidenum">
              <a:rPr b="0" lang="de-DE" sz="126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6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660240" y="11865240"/>
            <a:ext cx="2159280" cy="680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rafik 4" descr=""/>
          <p:cNvPicPr/>
          <p:nvPr/>
        </p:nvPicPr>
        <p:blipFill>
          <a:blip r:embed="rId1"/>
          <a:srcRect l="0" t="2803" r="0" b="2803"/>
          <a:stretch/>
        </p:blipFill>
        <p:spPr>
          <a:xfrm>
            <a:off x="0" y="0"/>
            <a:ext cx="9600120" cy="12800520"/>
          </a:xfrm>
          <a:prstGeom prst="rect">
            <a:avLst/>
          </a:prstGeom>
          <a:ln w="0">
            <a:noFill/>
          </a:ln>
        </p:spPr>
      </p:pic>
      <p:sp>
        <p:nvSpPr>
          <p:cNvPr id="48" name="Rechteck 5"/>
          <p:cNvSpPr/>
          <p:nvPr/>
        </p:nvSpPr>
        <p:spPr>
          <a:xfrm>
            <a:off x="28080" y="10640880"/>
            <a:ext cx="9544320" cy="2132280"/>
          </a:xfrm>
          <a:prstGeom prst="rect">
            <a:avLst/>
          </a:prstGeom>
          <a:solidFill>
            <a:srgbClr val="ffffff"/>
          </a:solidFill>
          <a:ln w="57150">
            <a:solidFill>
              <a:srgbClr val="57c31f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</p:sp>
      <p:grpSp>
        <p:nvGrpSpPr>
          <p:cNvPr id="49" name="Gruppieren 50"/>
          <p:cNvGrpSpPr/>
          <p:nvPr/>
        </p:nvGrpSpPr>
        <p:grpSpPr>
          <a:xfrm>
            <a:off x="6243480" y="7956360"/>
            <a:ext cx="4332600" cy="4698720"/>
            <a:chOff x="6243480" y="7956360"/>
            <a:chExt cx="4332600" cy="4698720"/>
          </a:xfrm>
        </p:grpSpPr>
        <p:pic>
          <p:nvPicPr>
            <p:cNvPr id="50" name="Grafik 7" descr=""/>
            <p:cNvPicPr/>
            <p:nvPr/>
          </p:nvPicPr>
          <p:blipFill>
            <a:blip r:embed="rId2"/>
            <a:srcRect l="0" t="27435" r="78283" b="55681"/>
            <a:stretch/>
          </p:blipFill>
          <p:spPr>
            <a:xfrm rot="19750200">
              <a:off x="7027200" y="8394480"/>
              <a:ext cx="2764800" cy="38217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51" name="Textfeld 8"/>
            <p:cNvSpPr/>
            <p:nvPr/>
          </p:nvSpPr>
          <p:spPr>
            <a:xfrm rot="19801200">
              <a:off x="7186320" y="9360000"/>
              <a:ext cx="2166120" cy="637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52" name="Rechteck 9"/>
          <p:cNvSpPr/>
          <p:nvPr/>
        </p:nvSpPr>
        <p:spPr>
          <a:xfrm>
            <a:off x="925920" y="10559160"/>
            <a:ext cx="7748280" cy="14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  <a:scene3d>
              <a:camera prst="orthographicFront"/>
              <a:lightRig dir="t" rig="threePt"/>
            </a:scene3d>
            <a:sp3d extrusionH="57150">
              <a:bevelT prst="angle" w="38100" h="38100"/>
            </a:sp3d>
          </a:bodyPr>
          <a:p>
            <a:pPr algn="ctr">
              <a:lnSpc>
                <a:spcPct val="100000"/>
              </a:lnSpc>
              <a:buNone/>
            </a:pPr>
            <a:r>
              <a:rPr b="1" lang="de-DE" sz="8800" spc="43" strike="noStrike">
                <a:solidFill>
                  <a:srgbClr val="27570e"/>
                </a:solidFill>
                <a:latin typeface="Calibri"/>
                <a:ea typeface="DejaVu Sans"/>
              </a:rPr>
              <a:t>HACKYHOUR</a:t>
            </a:r>
            <a:endParaRPr b="0" lang="en-US" sz="8800" spc="-1" strike="noStrike">
              <a:latin typeface="Arial"/>
            </a:endParaRPr>
          </a:p>
        </p:txBody>
      </p:sp>
      <p:pic>
        <p:nvPicPr>
          <p:cNvPr id="53" name="Grafik 11" descr="Einhorn mit einfarbiger Füllung"/>
          <p:cNvPicPr/>
          <p:nvPr/>
        </p:nvPicPr>
        <p:blipFill>
          <a:blip r:embed="rId3"/>
          <a:stretch/>
        </p:blipFill>
        <p:spPr>
          <a:xfrm rot="19121400">
            <a:off x="7307640" y="5235480"/>
            <a:ext cx="913320" cy="913320"/>
          </a:xfrm>
          <a:prstGeom prst="rect">
            <a:avLst/>
          </a:prstGeom>
          <a:ln w="0">
            <a:noFill/>
          </a:ln>
        </p:spPr>
      </p:pic>
      <p:sp>
        <p:nvSpPr>
          <p:cNvPr id="54" name="Sprechblase: oval 13"/>
          <p:cNvSpPr/>
          <p:nvPr/>
        </p:nvSpPr>
        <p:spPr>
          <a:xfrm>
            <a:off x="5676120" y="254880"/>
            <a:ext cx="2931120" cy="1726560"/>
          </a:xfrm>
          <a:prstGeom prst="wedgeEllipseCallout">
            <a:avLst>
              <a:gd name="adj1" fmla="val -40415"/>
              <a:gd name="adj2" fmla="val 95733"/>
            </a:avLst>
          </a:prstGeom>
          <a:solidFill>
            <a:srgbClr val="ffffff"/>
          </a:solidFill>
          <a:ln>
            <a:solidFill>
              <a:srgbClr val="70ad47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de-DE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Dann bis du bei uns richtig! Gemeinsam finden sich die besten Lösungen.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55" name=""/>
          <p:cNvGrpSpPr/>
          <p:nvPr/>
        </p:nvGrpSpPr>
        <p:grpSpPr>
          <a:xfrm>
            <a:off x="152280" y="263160"/>
            <a:ext cx="4044960" cy="927360"/>
            <a:chOff x="152280" y="263160"/>
            <a:chExt cx="4044960" cy="927360"/>
          </a:xfrm>
        </p:grpSpPr>
        <p:grpSp>
          <p:nvGrpSpPr>
            <p:cNvPr id="56" name="Gruppieren 42"/>
            <p:cNvGrpSpPr/>
            <p:nvPr/>
          </p:nvGrpSpPr>
          <p:grpSpPr>
            <a:xfrm>
              <a:off x="795960" y="263160"/>
              <a:ext cx="3401280" cy="927360"/>
              <a:chOff x="795960" y="263160"/>
              <a:chExt cx="3401280" cy="927360"/>
            </a:xfrm>
          </p:grpSpPr>
          <p:sp>
            <p:nvSpPr>
              <p:cNvPr id="57" name="Rechteck: abgerundete Ecken 24"/>
              <p:cNvSpPr/>
              <p:nvPr/>
            </p:nvSpPr>
            <p:spPr>
              <a:xfrm>
                <a:off x="795960" y="263160"/>
                <a:ext cx="3401280" cy="927360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>
                <a:solidFill>
                  <a:srgbClr val="70ad47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/>
            </p:style>
          </p:sp>
          <p:sp>
            <p:nvSpPr>
              <p:cNvPr id="58" name="Textfeld 14"/>
              <p:cNvSpPr/>
              <p:nvPr/>
            </p:nvSpPr>
            <p:spPr>
              <a:xfrm>
                <a:off x="917640" y="403920"/>
                <a:ext cx="3157560" cy="6382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Du </a:t>
                </a: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has</a:t>
                </a: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t </a:t>
                </a: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Spa</a:t>
                </a: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ß </a:t>
                </a: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an </a:t>
                </a: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IT-</a:t>
                </a: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Spi</a:t>
                </a: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ele</a:t>
                </a: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rei</a:t>
                </a: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en </a:t>
                </a: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bzw</a:t>
                </a: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. -</a:t>
                </a: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Her</a:t>
                </a: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aus</a:t>
                </a: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for</a:t>
                </a: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der</a:t>
                </a: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ung</a:t>
                </a: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en?</a:t>
                </a:r>
                <a:endParaRPr b="0" lang="en-US" sz="1800" spc="-1" strike="noStrike">
                  <a:latin typeface="Arial"/>
                </a:endParaRPr>
              </a:p>
            </p:txBody>
          </p:sp>
        </p:grpSp>
        <p:grpSp>
          <p:nvGrpSpPr>
            <p:cNvPr id="59" name="Gruppieren 28"/>
            <p:cNvGrpSpPr/>
            <p:nvPr/>
          </p:nvGrpSpPr>
          <p:grpSpPr>
            <a:xfrm>
              <a:off x="152280" y="344520"/>
              <a:ext cx="764640" cy="764640"/>
              <a:chOff x="152280" y="344520"/>
              <a:chExt cx="764640" cy="764640"/>
            </a:xfrm>
          </p:grpSpPr>
          <p:sp>
            <p:nvSpPr>
              <p:cNvPr id="60" name="Ellipse 27"/>
              <p:cNvSpPr/>
              <p:nvPr/>
            </p:nvSpPr>
            <p:spPr>
              <a:xfrm>
                <a:off x="152280" y="344520"/>
                <a:ext cx="764640" cy="764640"/>
              </a:xfrm>
              <a:prstGeom prst="ellipse">
                <a:avLst/>
              </a:prstGeom>
              <a:solidFill>
                <a:srgbClr val="57c31f"/>
              </a:solidFill>
              <a:ln>
                <a:solidFill>
                  <a:srgbClr val="57c31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pic>
            <p:nvPicPr>
              <p:cNvPr id="61" name="Grafik 26" descr="Fragezeichen mit einfarbiger Füllung"/>
              <p:cNvPicPr/>
              <p:nvPr/>
            </p:nvPicPr>
            <p:blipFill>
              <a:blip r:embed="rId4"/>
              <a:stretch/>
            </p:blipFill>
            <p:spPr>
              <a:xfrm>
                <a:off x="210960" y="403200"/>
                <a:ext cx="646920" cy="646920"/>
              </a:xfrm>
              <a:prstGeom prst="rect">
                <a:avLst/>
              </a:prstGeom>
              <a:ln w="0">
                <a:noFill/>
              </a:ln>
            </p:spPr>
          </p:pic>
        </p:grpSp>
      </p:grpSp>
      <p:grpSp>
        <p:nvGrpSpPr>
          <p:cNvPr id="62" name=""/>
          <p:cNvGrpSpPr/>
          <p:nvPr/>
        </p:nvGrpSpPr>
        <p:grpSpPr>
          <a:xfrm>
            <a:off x="615600" y="1495080"/>
            <a:ext cx="3279240" cy="927360"/>
            <a:chOff x="615600" y="1495080"/>
            <a:chExt cx="3279240" cy="927360"/>
          </a:xfrm>
        </p:grpSpPr>
        <p:grpSp>
          <p:nvGrpSpPr>
            <p:cNvPr id="63" name="Gruppieren 1"/>
            <p:cNvGrpSpPr/>
            <p:nvPr/>
          </p:nvGrpSpPr>
          <p:grpSpPr>
            <a:xfrm>
              <a:off x="1261800" y="1495080"/>
              <a:ext cx="2633040" cy="927360"/>
              <a:chOff x="1261800" y="1495080"/>
              <a:chExt cx="2633040" cy="927360"/>
            </a:xfrm>
          </p:grpSpPr>
          <p:sp>
            <p:nvSpPr>
              <p:cNvPr id="64" name="Rechteck: abgerundete Ecken 1"/>
              <p:cNvSpPr/>
              <p:nvPr/>
            </p:nvSpPr>
            <p:spPr>
              <a:xfrm>
                <a:off x="1261800" y="1495080"/>
                <a:ext cx="2633040" cy="927360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>
                <a:solidFill>
                  <a:srgbClr val="70ad47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/>
            </p:style>
          </p:sp>
          <p:sp>
            <p:nvSpPr>
              <p:cNvPr id="65" name="Textfeld 1"/>
              <p:cNvSpPr/>
              <p:nvPr/>
            </p:nvSpPr>
            <p:spPr>
              <a:xfrm>
                <a:off x="1356120" y="1635840"/>
                <a:ext cx="2444400" cy="6382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Du hast Lust neue Tools auszuprobieren?</a:t>
                </a:r>
                <a:endParaRPr b="0" lang="en-US" sz="1800" spc="-1" strike="noStrike">
                  <a:latin typeface="Arial"/>
                </a:endParaRPr>
              </a:p>
            </p:txBody>
          </p:sp>
        </p:grpSp>
        <p:grpSp>
          <p:nvGrpSpPr>
            <p:cNvPr id="66" name="Gruppieren 43"/>
            <p:cNvGrpSpPr/>
            <p:nvPr/>
          </p:nvGrpSpPr>
          <p:grpSpPr>
            <a:xfrm>
              <a:off x="615600" y="1584720"/>
              <a:ext cx="764640" cy="764640"/>
              <a:chOff x="615600" y="1584720"/>
              <a:chExt cx="764640" cy="764640"/>
            </a:xfrm>
          </p:grpSpPr>
          <p:grpSp>
            <p:nvGrpSpPr>
              <p:cNvPr id="67" name="Gruppieren 34"/>
              <p:cNvGrpSpPr/>
              <p:nvPr/>
            </p:nvGrpSpPr>
            <p:grpSpPr>
              <a:xfrm>
                <a:off x="615600" y="1584720"/>
                <a:ext cx="764640" cy="764640"/>
                <a:chOff x="615600" y="1584720"/>
                <a:chExt cx="764640" cy="764640"/>
              </a:xfrm>
            </p:grpSpPr>
            <p:sp>
              <p:nvSpPr>
                <p:cNvPr id="68" name="Ellipse 35"/>
                <p:cNvSpPr/>
                <p:nvPr/>
              </p:nvSpPr>
              <p:spPr>
                <a:xfrm>
                  <a:off x="615600" y="1584720"/>
                  <a:ext cx="764640" cy="764640"/>
                </a:xfrm>
                <a:prstGeom prst="ellipse">
                  <a:avLst/>
                </a:prstGeom>
                <a:solidFill>
                  <a:srgbClr val="57c31f"/>
                </a:solidFill>
                <a:ln>
                  <a:solidFill>
                    <a:srgbClr val="57c31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</p:sp>
            <p:pic>
              <p:nvPicPr>
                <p:cNvPr id="69" name="Grafik 36" descr="Fragezeichen mit einfarbiger Füllung"/>
                <p:cNvPicPr/>
                <p:nvPr/>
              </p:nvPicPr>
              <p:blipFill>
                <a:blip r:embed="rId5"/>
                <a:stretch/>
              </p:blipFill>
              <p:spPr>
                <a:xfrm>
                  <a:off x="674280" y="1643400"/>
                  <a:ext cx="646920" cy="646920"/>
                </a:xfrm>
                <a:prstGeom prst="rect">
                  <a:avLst/>
                </a:prstGeom>
                <a:ln w="0">
                  <a:noFill/>
                </a:ln>
              </p:spPr>
            </p:pic>
          </p:grpSp>
        </p:grpSp>
      </p:grpSp>
      <p:sp>
        <p:nvSpPr>
          <p:cNvPr id="70" name="Textfeld 45"/>
          <p:cNvSpPr/>
          <p:nvPr/>
        </p:nvSpPr>
        <p:spPr>
          <a:xfrm>
            <a:off x="1207800" y="12082320"/>
            <a:ext cx="7184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de-DE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Alle Infos auf unserer Website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71" name="Grafik 47" descr="Puzzleteile mit einfarbiger Füllung"/>
          <p:cNvPicPr/>
          <p:nvPr/>
        </p:nvPicPr>
        <p:blipFill>
          <a:blip r:embed="rId6"/>
          <a:stretch/>
        </p:blipFill>
        <p:spPr>
          <a:xfrm rot="486600">
            <a:off x="1381680" y="5615640"/>
            <a:ext cx="695160" cy="695160"/>
          </a:xfrm>
          <a:prstGeom prst="rect">
            <a:avLst/>
          </a:prstGeom>
          <a:ln w="0">
            <a:noFill/>
          </a:ln>
        </p:spPr>
      </p:pic>
      <p:pic>
        <p:nvPicPr>
          <p:cNvPr id="72" name="Grafik 49" descr="Statistiken mit einfarbiger Füllung"/>
          <p:cNvPicPr/>
          <p:nvPr/>
        </p:nvPicPr>
        <p:blipFill>
          <a:blip r:embed="rId7"/>
          <a:stretch/>
        </p:blipFill>
        <p:spPr>
          <a:xfrm rot="619200">
            <a:off x="1923120" y="5794560"/>
            <a:ext cx="654120" cy="654120"/>
          </a:xfrm>
          <a:prstGeom prst="rect">
            <a:avLst/>
          </a:prstGeom>
          <a:ln w="0">
            <a:noFill/>
          </a:ln>
        </p:spPr>
      </p:pic>
      <p:pic>
        <p:nvPicPr>
          <p:cNvPr id="73" name="" descr=""/>
          <p:cNvPicPr/>
          <p:nvPr/>
        </p:nvPicPr>
        <p:blipFill>
          <a:blip r:embed="rId8"/>
          <a:stretch/>
        </p:blipFill>
        <p:spPr>
          <a:xfrm rot="20061000">
            <a:off x="7696080" y="9183600"/>
            <a:ext cx="1419480" cy="1419480"/>
          </a:xfrm>
          <a:prstGeom prst="rect">
            <a:avLst/>
          </a:prstGeom>
          <a:ln w="0">
            <a:noFill/>
          </a:ln>
        </p:spPr>
      </p:pic>
      <p:sp>
        <p:nvSpPr>
          <p:cNvPr id="74" name=""/>
          <p:cNvSpPr/>
          <p:nvPr/>
        </p:nvSpPr>
        <p:spPr>
          <a:xfrm>
            <a:off x="6262920" y="12418560"/>
            <a:ext cx="33375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https://go.uniwue.de/hackyhour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6845040" y="10640880"/>
            <a:ext cx="1744200" cy="1685520"/>
          </a:xfrm>
          <a:custGeom>
            <a:avLst/>
            <a:gdLst/>
            <a:ahLst/>
            <a:rect l="l" t="t" r="r" b="b"/>
            <a:pathLst>
              <a:path fill="none" w="4846" h="4683">
                <a:moveTo>
                  <a:pt x="0" y="4683"/>
                </a:moveTo>
                <a:cubicBezTo>
                  <a:pt x="1029" y="4676"/>
                  <a:pt x="5751" y="3091"/>
                  <a:pt x="4692" y="0"/>
                </a:cubicBezTo>
              </a:path>
            </a:pathLst>
          </a:custGeom>
          <a:noFill/>
          <a:ln w="73080">
            <a:solidFill>
              <a:srgbClr val="57c31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grpSp>
        <p:nvGrpSpPr>
          <p:cNvPr id="76" name=""/>
          <p:cNvGrpSpPr/>
          <p:nvPr/>
        </p:nvGrpSpPr>
        <p:grpSpPr>
          <a:xfrm>
            <a:off x="56520" y="2700360"/>
            <a:ext cx="2621160" cy="927360"/>
            <a:chOff x="56520" y="2700360"/>
            <a:chExt cx="2621160" cy="927360"/>
          </a:xfrm>
        </p:grpSpPr>
        <p:grpSp>
          <p:nvGrpSpPr>
            <p:cNvPr id="77" name="Gruppieren 5"/>
            <p:cNvGrpSpPr/>
            <p:nvPr/>
          </p:nvGrpSpPr>
          <p:grpSpPr>
            <a:xfrm>
              <a:off x="700200" y="2700360"/>
              <a:ext cx="1977480" cy="927360"/>
              <a:chOff x="700200" y="2700360"/>
              <a:chExt cx="1977480" cy="927360"/>
            </a:xfrm>
          </p:grpSpPr>
          <p:sp>
            <p:nvSpPr>
              <p:cNvPr id="78" name="Rechteck: abgerundete Ecken 2"/>
              <p:cNvSpPr/>
              <p:nvPr/>
            </p:nvSpPr>
            <p:spPr>
              <a:xfrm>
                <a:off x="700200" y="2700360"/>
                <a:ext cx="1977480" cy="927360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>
                <a:solidFill>
                  <a:srgbClr val="70ad47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/>
            </p:style>
          </p:sp>
          <p:sp>
            <p:nvSpPr>
              <p:cNvPr id="79" name="Textfeld 2"/>
              <p:cNvSpPr/>
              <p:nvPr/>
            </p:nvSpPr>
            <p:spPr>
              <a:xfrm>
                <a:off x="771120" y="2841120"/>
                <a:ext cx="1835640" cy="6382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Du hast Fragen zu deinem Projekt?</a:t>
                </a:r>
                <a:endParaRPr b="0" lang="en-US" sz="1800" spc="-1" strike="noStrike">
                  <a:latin typeface="Arial"/>
                </a:endParaRPr>
              </a:p>
            </p:txBody>
          </p:sp>
        </p:grpSp>
        <p:grpSp>
          <p:nvGrpSpPr>
            <p:cNvPr id="80" name="Gruppieren 6"/>
            <p:cNvGrpSpPr/>
            <p:nvPr/>
          </p:nvGrpSpPr>
          <p:grpSpPr>
            <a:xfrm>
              <a:off x="56520" y="2781720"/>
              <a:ext cx="764640" cy="764640"/>
              <a:chOff x="56520" y="2781720"/>
              <a:chExt cx="764640" cy="764640"/>
            </a:xfrm>
          </p:grpSpPr>
          <p:sp>
            <p:nvSpPr>
              <p:cNvPr id="81" name="Ellipse 2"/>
              <p:cNvSpPr/>
              <p:nvPr/>
            </p:nvSpPr>
            <p:spPr>
              <a:xfrm>
                <a:off x="56520" y="2781720"/>
                <a:ext cx="764640" cy="764640"/>
              </a:xfrm>
              <a:prstGeom prst="ellipse">
                <a:avLst/>
              </a:prstGeom>
              <a:solidFill>
                <a:srgbClr val="57c31f"/>
              </a:solidFill>
              <a:ln>
                <a:solidFill>
                  <a:srgbClr val="57c31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pic>
            <p:nvPicPr>
              <p:cNvPr id="82" name="Grafik 2" descr="Fragezeichen mit einfarbiger Füllung"/>
              <p:cNvPicPr/>
              <p:nvPr/>
            </p:nvPicPr>
            <p:blipFill>
              <a:blip r:embed="rId9"/>
              <a:stretch/>
            </p:blipFill>
            <p:spPr>
              <a:xfrm>
                <a:off x="115200" y="2840400"/>
                <a:ext cx="646920" cy="646920"/>
              </a:xfrm>
              <a:prstGeom prst="rect">
                <a:avLst/>
              </a:prstGeom>
              <a:ln w="0">
                <a:noFill/>
              </a:ln>
            </p:spPr>
          </p:pic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20</TotalTime>
  <Application>LibreOffice/7.3.7.2$Linux_X86_64 LibreOffice_project/30$Build-2</Application>
  <AppVersion>15.0000</AppVersion>
  <Words>93</Words>
  <Paragraphs>16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2024-05-08T14:06:47Z</dcterms:created>
  <dc:creator>Kerstin Schmid</dc:creator>
  <dc:description/>
  <dc:language>en-US</dc:language>
  <cp:lastModifiedBy>Markus Ankenbrand</cp:lastModifiedBy>
  <dcterms:modified xsi:type="dcterms:W3CDTF">2024-09-23T17:44:49Z</dcterms:modified>
  <cp:revision>6</cp:revision>
  <dc:subject/>
  <dc:title>PowerPoint-Präsentation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A3-Papier (297 x 420 mm)</vt:lpwstr>
  </property>
  <property fmtid="{D5CDD505-2E9C-101B-9397-08002B2CF9AE}" pid="4" name="Slides">
    <vt:i4>2</vt:i4>
  </property>
</Properties>
</file>