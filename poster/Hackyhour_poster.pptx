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</p:sldIdLst>
  <p:sldSz cx="9601200" cy="128016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dt" idx="3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PlaceHolder 5"/>
          <p:cNvSpPr>
            <a:spLocks noGrp="1"/>
          </p:cNvSpPr>
          <p:nvPr>
            <p:ph type="ftr" idx="3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PlaceHolder 6"/>
          <p:cNvSpPr>
            <a:spLocks noGrp="1"/>
          </p:cNvSpPr>
          <p:nvPr>
            <p:ph type="sldNum" idx="3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7E21301B-8A72-4E3B-AFB0-80792240B71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2271600" y="1143000"/>
            <a:ext cx="2313000" cy="308484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1B688BA-BF47-4D07-9A22-AB03062D2EEC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/>
          </p:nvPr>
        </p:nvSpPr>
        <p:spPr>
          <a:xfrm>
            <a:off x="479880" y="6873840"/>
            <a:ext cx="86407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EA8378-7307-4719-BD50-F51412D088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86407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79880" y="6873840"/>
            <a:ext cx="86407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D190826-0168-4A40-8D13-E7E30F68F67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479880" y="687384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4907520" y="687384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627881E-F393-4B18-8691-215FA56625A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8B0D19C-078F-4665-9F88-D96132F46F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93DA9D5-C1B1-4A00-8F7C-1B59789C655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86407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15CFD44-FA0A-4C9C-AE18-C54D5AF252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86407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E0EAEC2-4E7F-457C-8A22-6BA60B0E6E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4DC7F89-1673-4836-B6B5-75BB3346FFC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592C3F8-9E97-43F8-9535-F1747485421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BE59A3E-DC89-4771-AEF6-3CD371EC0E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479880" y="687384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7B40BB8-3281-404E-AB6A-8AA6EF1EE5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79880" y="2995560"/>
            <a:ext cx="42163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907520" y="299556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907520" y="6873840"/>
            <a:ext cx="4216320" cy="35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C9BE4C1-F3AF-44D5-9A1E-370BF53690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907520" y="299556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479880" y="6873480"/>
            <a:ext cx="864000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64CE361-B476-4975-B1A4-885C592FBF4F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864000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79880" y="6873480"/>
            <a:ext cx="864000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4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5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FC97129-DD2A-479B-98B9-CE9363DC5E7D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dt" idx="6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907520" y="299556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79880" y="687348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4907520" y="687348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ftr" idx="7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7"/>
          <p:cNvSpPr>
            <a:spLocks noGrp="1"/>
          </p:cNvSpPr>
          <p:nvPr>
            <p:ph type="sldNum" idx="8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4CD6AEB-65B1-450C-ACB6-4AB2A3A58B45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8"/>
          <p:cNvSpPr>
            <a:spLocks noGrp="1"/>
          </p:cNvSpPr>
          <p:nvPr>
            <p:ph type="dt" idx="9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278172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3401280" y="2995560"/>
            <a:ext cx="278172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323040" y="2995560"/>
            <a:ext cx="278172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79880" y="6873480"/>
            <a:ext cx="278172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3401280" y="6873480"/>
            <a:ext cx="278172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body"/>
          </p:nvPr>
        </p:nvSpPr>
        <p:spPr>
          <a:xfrm>
            <a:off x="6323040" y="6873480"/>
            <a:ext cx="278172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ftr" idx="10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9"/>
          <p:cNvSpPr>
            <a:spLocks noGrp="1"/>
          </p:cNvSpPr>
          <p:nvPr>
            <p:ph type="sldNum" idx="11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DB6EFB8-3F5B-4239-94D3-0FF3D0ED487F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10"/>
          <p:cNvSpPr>
            <a:spLocks noGrp="1"/>
          </p:cNvSpPr>
          <p:nvPr>
            <p:ph type="dt" idx="12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13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14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D41F1FE-023F-417C-984E-84468ABA54B6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15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title"/>
          </p:nvPr>
        </p:nvSpPr>
        <p:spPr>
          <a:xfrm>
            <a:off x="479880" y="510480"/>
            <a:ext cx="8640720" cy="21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body"/>
          </p:nvPr>
        </p:nvSpPr>
        <p:spPr>
          <a:xfrm>
            <a:off x="479880" y="2995560"/>
            <a:ext cx="8640720" cy="74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16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7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59B6902-0E5D-4C51-8943-85F0543F5B8F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18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8640000" cy="742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ftr" idx="19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sldNum" idx="20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7DA6C9-B5EE-44A0-A0B4-F8D872122531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dt" idx="21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4215960" cy="742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907520" y="2995560"/>
            <a:ext cx="4215960" cy="742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ftr" idx="22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23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F8204C3-F63D-47CF-9E88-5BCCDCEEF090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dt" idx="24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25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6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151AC4C-730E-4143-81CE-2E85FCB60AC2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27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ftr" idx="28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9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BD078C8-A5C5-4B91-91B4-94094643D535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dt" idx="30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907520" y="2995560"/>
            <a:ext cx="4215960" cy="742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body"/>
          </p:nvPr>
        </p:nvSpPr>
        <p:spPr>
          <a:xfrm>
            <a:off x="479880" y="687348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31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2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053E516-DCBA-41F8-AB6C-8C10DA9B94DD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 type="dt" idx="33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720000" y="2095200"/>
            <a:ext cx="8159760" cy="44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79880" y="2995560"/>
            <a:ext cx="4215960" cy="742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4907520" y="299556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body"/>
          </p:nvPr>
        </p:nvSpPr>
        <p:spPr>
          <a:xfrm>
            <a:off x="4907520" y="6873480"/>
            <a:ext cx="4215960" cy="35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 type="ftr" idx="34"/>
          </p:nvPr>
        </p:nvSpPr>
        <p:spPr>
          <a:xfrm>
            <a:off x="3180240" y="11865240"/>
            <a:ext cx="323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 type="sldNum" idx="35"/>
          </p:nvPr>
        </p:nvSpPr>
        <p:spPr>
          <a:xfrm>
            <a:off x="678096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de-DE" sz="126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21AD370-B085-4B63-8E78-ABE80BBD6C92}" type="slidenum">
              <a:rPr b="0" lang="de-DE" sz="126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PlaceHolder 7"/>
          <p:cNvSpPr>
            <a:spLocks noGrp="1"/>
          </p:cNvSpPr>
          <p:nvPr>
            <p:ph type="dt" idx="36"/>
          </p:nvPr>
        </p:nvSpPr>
        <p:spPr>
          <a:xfrm>
            <a:off x="660240" y="11865240"/>
            <a:ext cx="215892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4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rafik 4" descr=""/>
          <p:cNvPicPr/>
          <p:nvPr/>
        </p:nvPicPr>
        <p:blipFill>
          <a:blip r:embed="rId1"/>
          <a:srcRect l="0" t="2803" r="0" b="2803"/>
          <a:stretch/>
        </p:blipFill>
        <p:spPr>
          <a:xfrm>
            <a:off x="0" y="0"/>
            <a:ext cx="9599760" cy="12800160"/>
          </a:xfrm>
          <a:prstGeom prst="rect">
            <a:avLst/>
          </a:prstGeom>
          <a:ln w="0">
            <a:noFill/>
          </a:ln>
        </p:spPr>
      </p:pic>
      <p:sp>
        <p:nvSpPr>
          <p:cNvPr id="107" name="Rechteck 5"/>
          <p:cNvSpPr/>
          <p:nvPr/>
        </p:nvSpPr>
        <p:spPr>
          <a:xfrm>
            <a:off x="28080" y="10640880"/>
            <a:ext cx="9543960" cy="2131920"/>
          </a:xfrm>
          <a:prstGeom prst="rect">
            <a:avLst/>
          </a:prstGeom>
          <a:solidFill>
            <a:srgbClr val="ffffff"/>
          </a:solidFill>
          <a:ln w="57150">
            <a:solidFill>
              <a:srgbClr val="57c31f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8" name="Gruppieren 50"/>
          <p:cNvGrpSpPr/>
          <p:nvPr/>
        </p:nvGrpSpPr>
        <p:grpSpPr>
          <a:xfrm>
            <a:off x="6243120" y="7956360"/>
            <a:ext cx="4332240" cy="4698000"/>
            <a:chOff x="6243120" y="7956360"/>
            <a:chExt cx="4332240" cy="4698000"/>
          </a:xfrm>
        </p:grpSpPr>
        <p:pic>
          <p:nvPicPr>
            <p:cNvPr id="109" name="Grafik 7" descr=""/>
            <p:cNvPicPr/>
            <p:nvPr/>
          </p:nvPicPr>
          <p:blipFill>
            <a:blip r:embed="rId2"/>
            <a:srcRect l="0" t="27435" r="78283" b="55681"/>
            <a:stretch/>
          </p:blipFill>
          <p:spPr>
            <a:xfrm rot="19750200">
              <a:off x="7026840" y="8394480"/>
              <a:ext cx="2764440" cy="3821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0" name="Textfeld 8"/>
            <p:cNvSpPr/>
            <p:nvPr/>
          </p:nvSpPr>
          <p:spPr>
            <a:xfrm rot="19801200">
              <a:off x="7185960" y="9360000"/>
              <a:ext cx="2165760" cy="637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11" name="Rechteck 9"/>
          <p:cNvSpPr/>
          <p:nvPr/>
        </p:nvSpPr>
        <p:spPr>
          <a:xfrm>
            <a:off x="925920" y="10559160"/>
            <a:ext cx="7747920" cy="14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  <a:scene3d>
              <a:camera prst="orthographicFront"/>
              <a:lightRig dir="t" rig="threePt"/>
            </a:scene3d>
            <a:sp3d extrusionH="57150">
              <a:bevelT prst="angle" w="38100" h="38100"/>
            </a:sp3d>
          </a:bodyPr>
          <a:p>
            <a:pPr algn="ctr">
              <a:lnSpc>
                <a:spcPct val="100000"/>
              </a:lnSpc>
            </a:pPr>
            <a:r>
              <a:rPr b="1" lang="de-DE" sz="8800" spc="41" strike="noStrike">
                <a:solidFill>
                  <a:srgbClr val="27570e"/>
                </a:solidFill>
                <a:latin typeface="Calibri"/>
                <a:ea typeface="DejaVu Sans"/>
              </a:rPr>
              <a:t>HACKYHOUR</a:t>
            </a:r>
            <a:endParaRPr b="0" lang="en-US" sz="8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Grafik 11" descr="Einhorn mit einfarbiger Füllung"/>
          <p:cNvPicPr/>
          <p:nvPr/>
        </p:nvPicPr>
        <p:blipFill>
          <a:blip r:embed="rId3"/>
          <a:stretch/>
        </p:blipFill>
        <p:spPr>
          <a:xfrm rot="19121400">
            <a:off x="7307280" y="5235480"/>
            <a:ext cx="912960" cy="912960"/>
          </a:xfrm>
          <a:prstGeom prst="rect">
            <a:avLst/>
          </a:prstGeom>
          <a:ln w="0">
            <a:noFill/>
          </a:ln>
        </p:spPr>
      </p:pic>
      <p:sp>
        <p:nvSpPr>
          <p:cNvPr id="113" name="Sprechblase: oval 13"/>
          <p:cNvSpPr/>
          <p:nvPr/>
        </p:nvSpPr>
        <p:spPr>
          <a:xfrm>
            <a:off x="5676120" y="254880"/>
            <a:ext cx="2930760" cy="1726200"/>
          </a:xfrm>
          <a:prstGeom prst="wedgeEllipseCallout">
            <a:avLst>
              <a:gd name="adj1" fmla="val -40415"/>
              <a:gd name="adj2" fmla="val 95733"/>
            </a:avLst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de-DE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Dann bis du bei uns richtig! Gemeinsam finden sich die besten Lösungen.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14" name=""/>
          <p:cNvGrpSpPr/>
          <p:nvPr/>
        </p:nvGrpSpPr>
        <p:grpSpPr>
          <a:xfrm>
            <a:off x="152280" y="263160"/>
            <a:ext cx="4044600" cy="927000"/>
            <a:chOff x="152280" y="263160"/>
            <a:chExt cx="4044600" cy="927000"/>
          </a:xfrm>
        </p:grpSpPr>
        <p:grpSp>
          <p:nvGrpSpPr>
            <p:cNvPr id="115" name="Gruppieren 42"/>
            <p:cNvGrpSpPr/>
            <p:nvPr/>
          </p:nvGrpSpPr>
          <p:grpSpPr>
            <a:xfrm>
              <a:off x="795960" y="263160"/>
              <a:ext cx="3400920" cy="927000"/>
              <a:chOff x="795960" y="263160"/>
              <a:chExt cx="3400920" cy="927000"/>
            </a:xfrm>
          </p:grpSpPr>
          <p:sp>
            <p:nvSpPr>
              <p:cNvPr id="116" name="Rechteck: abgerundete Ecken 24"/>
              <p:cNvSpPr/>
              <p:nvPr/>
            </p:nvSpPr>
            <p:spPr>
              <a:xfrm>
                <a:off x="795960" y="263160"/>
                <a:ext cx="3400920" cy="92700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17" name="Textfeld 14"/>
              <p:cNvSpPr/>
              <p:nvPr/>
            </p:nvSpPr>
            <p:spPr>
              <a:xfrm>
                <a:off x="917640" y="403920"/>
                <a:ext cx="3157200" cy="638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hast Spaß an IT-Spielereien bzw. -Herausforderungen?</a:t>
                </a: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118" name="Gruppieren 28"/>
            <p:cNvGrpSpPr/>
            <p:nvPr/>
          </p:nvGrpSpPr>
          <p:grpSpPr>
            <a:xfrm>
              <a:off x="152280" y="344520"/>
              <a:ext cx="764280" cy="764280"/>
              <a:chOff x="152280" y="344520"/>
              <a:chExt cx="764280" cy="764280"/>
            </a:xfrm>
          </p:grpSpPr>
          <p:sp>
            <p:nvSpPr>
              <p:cNvPr id="119" name="Ellipse 27"/>
              <p:cNvSpPr/>
              <p:nvPr/>
            </p:nvSpPr>
            <p:spPr>
              <a:xfrm>
                <a:off x="152280" y="344520"/>
                <a:ext cx="764280" cy="76428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ffffff"/>
                  </a:solidFill>
                  <a:latin typeface="Arial"/>
                </a:endParaRPr>
              </a:p>
            </p:txBody>
          </p:sp>
          <p:pic>
            <p:nvPicPr>
              <p:cNvPr id="120" name="Grafik 26" descr="Fragezeichen mit einfarbiger Füllung"/>
              <p:cNvPicPr/>
              <p:nvPr/>
            </p:nvPicPr>
            <p:blipFill>
              <a:blip r:embed="rId4"/>
              <a:stretch/>
            </p:blipFill>
            <p:spPr>
              <a:xfrm>
                <a:off x="210960" y="403200"/>
                <a:ext cx="646560" cy="646560"/>
              </a:xfrm>
              <a:prstGeom prst="rect">
                <a:avLst/>
              </a:prstGeom>
              <a:ln w="0">
                <a:noFill/>
              </a:ln>
            </p:spPr>
          </p:pic>
        </p:grpSp>
      </p:grpSp>
      <p:grpSp>
        <p:nvGrpSpPr>
          <p:cNvPr id="121" name=""/>
          <p:cNvGrpSpPr/>
          <p:nvPr/>
        </p:nvGrpSpPr>
        <p:grpSpPr>
          <a:xfrm>
            <a:off x="615600" y="1495080"/>
            <a:ext cx="3278880" cy="927000"/>
            <a:chOff x="615600" y="1495080"/>
            <a:chExt cx="3278880" cy="927000"/>
          </a:xfrm>
        </p:grpSpPr>
        <p:grpSp>
          <p:nvGrpSpPr>
            <p:cNvPr id="122" name="Gruppieren 1"/>
            <p:cNvGrpSpPr/>
            <p:nvPr/>
          </p:nvGrpSpPr>
          <p:grpSpPr>
            <a:xfrm>
              <a:off x="1261800" y="1495080"/>
              <a:ext cx="2632680" cy="927000"/>
              <a:chOff x="1261800" y="1495080"/>
              <a:chExt cx="2632680" cy="927000"/>
            </a:xfrm>
          </p:grpSpPr>
          <p:sp>
            <p:nvSpPr>
              <p:cNvPr id="123" name="Rechteck: abgerundete Ecken 1"/>
              <p:cNvSpPr/>
              <p:nvPr/>
            </p:nvSpPr>
            <p:spPr>
              <a:xfrm>
                <a:off x="1261800" y="1495080"/>
                <a:ext cx="2632680" cy="92700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24" name="Textfeld 1"/>
              <p:cNvSpPr/>
              <p:nvPr/>
            </p:nvSpPr>
            <p:spPr>
              <a:xfrm>
                <a:off x="1356120" y="1635840"/>
                <a:ext cx="2444040" cy="638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hast Lust neue Tools auszuprobieren?</a:t>
                </a: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125" name="Gruppieren 43"/>
            <p:cNvGrpSpPr/>
            <p:nvPr/>
          </p:nvGrpSpPr>
          <p:grpSpPr>
            <a:xfrm>
              <a:off x="615600" y="1584720"/>
              <a:ext cx="764280" cy="764280"/>
              <a:chOff x="615600" y="1584720"/>
              <a:chExt cx="764280" cy="764280"/>
            </a:xfrm>
          </p:grpSpPr>
          <p:grpSp>
            <p:nvGrpSpPr>
              <p:cNvPr id="126" name="Gruppieren 34"/>
              <p:cNvGrpSpPr/>
              <p:nvPr/>
            </p:nvGrpSpPr>
            <p:grpSpPr>
              <a:xfrm>
                <a:off x="615600" y="1584720"/>
                <a:ext cx="764280" cy="764280"/>
                <a:chOff x="615600" y="1584720"/>
                <a:chExt cx="764280" cy="764280"/>
              </a:xfrm>
            </p:grpSpPr>
            <p:sp>
              <p:nvSpPr>
                <p:cNvPr id="127" name="Ellipse 35"/>
                <p:cNvSpPr/>
                <p:nvPr/>
              </p:nvSpPr>
              <p:spPr>
                <a:xfrm>
                  <a:off x="615600" y="1584720"/>
                  <a:ext cx="764280" cy="764280"/>
                </a:xfrm>
                <a:prstGeom prst="ellipse">
                  <a:avLst/>
                </a:prstGeom>
                <a:solidFill>
                  <a:srgbClr val="57c31f"/>
                </a:solidFill>
                <a:ln>
                  <a:solidFill>
                    <a:srgbClr val="57c31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endParaRPr b="0" lang="en-US" sz="1800" spc="-1" strike="noStrike">
                    <a:solidFill>
                      <a:srgbClr val="ffffff"/>
                    </a:solidFill>
                    <a:latin typeface="Arial"/>
                  </a:endParaRPr>
                </a:p>
              </p:txBody>
            </p:sp>
            <p:pic>
              <p:nvPicPr>
                <p:cNvPr id="128" name="Grafik 36" descr="Fragezeichen mit einfarbiger Füllung"/>
                <p:cNvPicPr/>
                <p:nvPr/>
              </p:nvPicPr>
              <p:blipFill>
                <a:blip r:embed="rId5"/>
                <a:stretch/>
              </p:blipFill>
              <p:spPr>
                <a:xfrm>
                  <a:off x="674280" y="1643400"/>
                  <a:ext cx="646560" cy="646560"/>
                </a:xfrm>
                <a:prstGeom prst="rect">
                  <a:avLst/>
                </a:prstGeom>
                <a:ln w="0">
                  <a:noFill/>
                </a:ln>
              </p:spPr>
            </p:pic>
          </p:grpSp>
        </p:grpSp>
      </p:grpSp>
      <p:sp>
        <p:nvSpPr>
          <p:cNvPr id="129" name="Textfeld 45"/>
          <p:cNvSpPr/>
          <p:nvPr/>
        </p:nvSpPr>
        <p:spPr>
          <a:xfrm>
            <a:off x="1207800" y="12082320"/>
            <a:ext cx="7184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Alle Infos auf unserer Website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Grafik 47" descr="Puzzleteile mit einfarbiger Füllung"/>
          <p:cNvPicPr/>
          <p:nvPr/>
        </p:nvPicPr>
        <p:blipFill>
          <a:blip r:embed="rId6"/>
          <a:stretch/>
        </p:blipFill>
        <p:spPr>
          <a:xfrm rot="486600">
            <a:off x="1381680" y="5615280"/>
            <a:ext cx="694800" cy="694800"/>
          </a:xfrm>
          <a:prstGeom prst="rect">
            <a:avLst/>
          </a:prstGeom>
          <a:ln w="0">
            <a:noFill/>
          </a:ln>
        </p:spPr>
      </p:pic>
      <p:pic>
        <p:nvPicPr>
          <p:cNvPr id="131" name="Grafik 49" descr="Statistiken mit einfarbiger Füllung"/>
          <p:cNvPicPr/>
          <p:nvPr/>
        </p:nvPicPr>
        <p:blipFill>
          <a:blip r:embed="rId7"/>
          <a:stretch/>
        </p:blipFill>
        <p:spPr>
          <a:xfrm rot="619200">
            <a:off x="1922760" y="5794200"/>
            <a:ext cx="653760" cy="653760"/>
          </a:xfrm>
          <a:prstGeom prst="rect">
            <a:avLst/>
          </a:prstGeom>
          <a:ln w="0">
            <a:noFill/>
          </a:ln>
        </p:spPr>
      </p:pic>
      <p:pic>
        <p:nvPicPr>
          <p:cNvPr id="132" name="" descr=""/>
          <p:cNvPicPr/>
          <p:nvPr/>
        </p:nvPicPr>
        <p:blipFill>
          <a:blip r:embed="rId8"/>
          <a:stretch/>
        </p:blipFill>
        <p:spPr>
          <a:xfrm rot="20061000">
            <a:off x="7695720" y="9183600"/>
            <a:ext cx="1419120" cy="1419120"/>
          </a:xfrm>
          <a:prstGeom prst="rect">
            <a:avLst/>
          </a:prstGeom>
          <a:ln w="0">
            <a:noFill/>
          </a:ln>
        </p:spPr>
      </p:pic>
      <p:sp>
        <p:nvSpPr>
          <p:cNvPr id="133" name=""/>
          <p:cNvSpPr/>
          <p:nvPr/>
        </p:nvSpPr>
        <p:spPr>
          <a:xfrm>
            <a:off x="6172200" y="12418560"/>
            <a:ext cx="34279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https://go.uniwue.de/hackyhour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6845040" y="10640880"/>
            <a:ext cx="1743840" cy="1685160"/>
          </a:xfrm>
          <a:custGeom>
            <a:avLst/>
            <a:gdLst>
              <a:gd name="textAreaLeft" fmla="*/ 0 w 1743840"/>
              <a:gd name="textAreaRight" fmla="*/ 1744200 w 1743840"/>
              <a:gd name="textAreaTop" fmla="*/ 0 h 1685160"/>
              <a:gd name="textAreaBottom" fmla="*/ 1685520 h 1685160"/>
            </a:gdLst>
            <a:ahLst/>
            <a:rect l="textAreaLeft" t="textAreaTop" r="textAreaRight" b="textAreaBottom"/>
            <a:pathLst>
              <a:path fill="none" w="4846" h="4683">
                <a:moveTo>
                  <a:pt x="0" y="4683"/>
                </a:moveTo>
                <a:cubicBezTo>
                  <a:pt x="1029" y="4676"/>
                  <a:pt x="5751" y="3091"/>
                  <a:pt x="4692" y="0"/>
                </a:cubicBezTo>
              </a:path>
            </a:pathLst>
          </a:custGeom>
          <a:noFill/>
          <a:ln w="73080">
            <a:solidFill>
              <a:srgbClr val="57c31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5" name=""/>
          <p:cNvGrpSpPr/>
          <p:nvPr/>
        </p:nvGrpSpPr>
        <p:grpSpPr>
          <a:xfrm>
            <a:off x="56520" y="2700360"/>
            <a:ext cx="2620800" cy="927000"/>
            <a:chOff x="56520" y="2700360"/>
            <a:chExt cx="2620800" cy="927000"/>
          </a:xfrm>
        </p:grpSpPr>
        <p:grpSp>
          <p:nvGrpSpPr>
            <p:cNvPr id="136" name="Gruppieren 5"/>
            <p:cNvGrpSpPr/>
            <p:nvPr/>
          </p:nvGrpSpPr>
          <p:grpSpPr>
            <a:xfrm>
              <a:off x="700200" y="2700360"/>
              <a:ext cx="1977120" cy="927000"/>
              <a:chOff x="700200" y="2700360"/>
              <a:chExt cx="1977120" cy="927000"/>
            </a:xfrm>
          </p:grpSpPr>
          <p:sp>
            <p:nvSpPr>
              <p:cNvPr id="137" name="Rechteck: abgerundete Ecken 2"/>
              <p:cNvSpPr/>
              <p:nvPr/>
            </p:nvSpPr>
            <p:spPr>
              <a:xfrm>
                <a:off x="700200" y="2700360"/>
                <a:ext cx="1977120" cy="92700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38" name="Textfeld 2"/>
              <p:cNvSpPr/>
              <p:nvPr/>
            </p:nvSpPr>
            <p:spPr>
              <a:xfrm>
                <a:off x="771120" y="2841120"/>
                <a:ext cx="1835280" cy="638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>
                  <a:lnSpc>
                    <a:spcPct val="100000"/>
                  </a:lnSpc>
                </a:pPr>
                <a:r>
                  <a:rPr b="0" lang="de-DE" sz="1800" spc="-1" strike="noStrike">
                    <a:solidFill>
                      <a:srgbClr val="000000"/>
                    </a:solidFill>
                    <a:latin typeface="Calibri"/>
                    <a:ea typeface="DejaVu Sans"/>
                  </a:rPr>
                  <a:t>Du hast Fragen zu deinem Projekt?</a:t>
                </a:r>
                <a:endParaRPr b="0" lang="en-US" sz="1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139" name="Gruppieren 6"/>
            <p:cNvGrpSpPr/>
            <p:nvPr/>
          </p:nvGrpSpPr>
          <p:grpSpPr>
            <a:xfrm>
              <a:off x="56520" y="2781720"/>
              <a:ext cx="764280" cy="764280"/>
              <a:chOff x="56520" y="2781720"/>
              <a:chExt cx="764280" cy="764280"/>
            </a:xfrm>
          </p:grpSpPr>
          <p:sp>
            <p:nvSpPr>
              <p:cNvPr id="140" name="Ellipse 2"/>
              <p:cNvSpPr/>
              <p:nvPr/>
            </p:nvSpPr>
            <p:spPr>
              <a:xfrm>
                <a:off x="56520" y="2781720"/>
                <a:ext cx="764280" cy="764280"/>
              </a:xfrm>
              <a:prstGeom prst="ellipse">
                <a:avLst/>
              </a:prstGeom>
              <a:solidFill>
                <a:srgbClr val="57c31f"/>
              </a:solidFill>
              <a:ln>
                <a:solidFill>
                  <a:srgbClr val="57c31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US" sz="1800" spc="-1" strike="noStrike">
                  <a:solidFill>
                    <a:srgbClr val="ffffff"/>
                  </a:solidFill>
                  <a:latin typeface="Arial"/>
                </a:endParaRPr>
              </a:p>
            </p:txBody>
          </p:sp>
          <p:pic>
            <p:nvPicPr>
              <p:cNvPr id="141" name="Grafik 2" descr="Fragezeichen mit einfarbiger Füllung"/>
              <p:cNvPicPr/>
              <p:nvPr/>
            </p:nvPicPr>
            <p:blipFill>
              <a:blip r:embed="rId9"/>
              <a:stretch/>
            </p:blipFill>
            <p:spPr>
              <a:xfrm>
                <a:off x="115200" y="2840400"/>
                <a:ext cx="646560" cy="646560"/>
              </a:xfrm>
              <a:prstGeom prst="rect">
                <a:avLst/>
              </a:prstGeom>
              <a:ln w="0">
                <a:noFill/>
              </a:ln>
            </p:spPr>
          </p:pic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</TotalTime>
  <Application>LibreOffice/24.2.7.2$Linux_X86_64 LibreOffice_project/420$Build-2</Application>
  <AppVersion>15.0000</AppVersion>
  <Words>93</Words>
  <Paragraphs>16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2024-05-08T14:06:47Z</dcterms:created>
  <dc:creator>Kerstin Schmid</dc:creator>
  <dc:description/>
  <dc:language>en-US</dc:language>
  <cp:lastModifiedBy>Markus Ankenbrand</cp:lastModifiedBy>
  <dcterms:modified xsi:type="dcterms:W3CDTF">2025-05-28T12:38:29Z</dcterms:modified>
  <cp:revision>7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A3-Papier (297 x 420 mm)</vt:lpwstr>
  </property>
  <property fmtid="{D5CDD505-2E9C-101B-9397-08002B2CF9AE}" pid="4" name="Slides">
    <vt:i4>2</vt:i4>
  </property>
</Properties>
</file>