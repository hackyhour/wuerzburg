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6" r:id="rId2"/>
    <p:sldId id="257" r:id="rId3"/>
  </p:sldIdLst>
  <p:sldSz cx="9601200" cy="128016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919E"/>
    <a:srgbClr val="57C31F"/>
    <a:srgbClr val="2757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0" d="100"/>
          <a:sy n="30" d="100"/>
        </p:scale>
        <p:origin x="15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93F734-3654-4EBD-AD0B-A080BBD76C15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FACA1B-D939-4AF4-B3B4-EB01EF731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37477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1pPr>
    <a:lvl2pPr marL="537574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2pPr>
    <a:lvl3pPr marL="1075147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3pPr>
    <a:lvl4pPr marL="1612721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4pPr>
    <a:lvl5pPr marL="2150295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5pPr>
    <a:lvl6pPr marL="2687868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6pPr>
    <a:lvl7pPr marL="3225442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7pPr>
    <a:lvl8pPr marL="3763015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8pPr>
    <a:lvl9pPr marL="4300589" algn="l" defTabSz="1075147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ACA1B-D939-4AF4-B3B4-EB01EF731F0A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6095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90" y="2095078"/>
            <a:ext cx="8161020" cy="4456853"/>
          </a:xfrm>
        </p:spPr>
        <p:txBody>
          <a:bodyPr anchor="b"/>
          <a:lstStyle>
            <a:lvl1pPr algn="ctr"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6723804"/>
            <a:ext cx="7200900" cy="3090756"/>
          </a:xfrm>
        </p:spPr>
        <p:txBody>
          <a:bodyPr/>
          <a:lstStyle>
            <a:lvl1pPr marL="0" indent="0" algn="ctr">
              <a:buNone/>
              <a:defRPr sz="2520"/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890"/>
            </a:lvl3pPr>
            <a:lvl4pPr marL="1440180" indent="0" algn="ctr">
              <a:buNone/>
              <a:defRPr sz="1680"/>
            </a:lvl4pPr>
            <a:lvl5pPr marL="1920240" indent="0" algn="ctr">
              <a:buNone/>
              <a:defRPr sz="1680"/>
            </a:lvl5pPr>
            <a:lvl6pPr marL="2400300" indent="0" algn="ctr">
              <a:buNone/>
              <a:defRPr sz="1680"/>
            </a:lvl6pPr>
            <a:lvl7pPr marL="2880360" indent="0" algn="ctr">
              <a:buNone/>
              <a:defRPr sz="1680"/>
            </a:lvl7pPr>
            <a:lvl8pPr marL="3360420" indent="0" algn="ctr">
              <a:buNone/>
              <a:defRPr sz="1680"/>
            </a:lvl8pPr>
            <a:lvl9pPr marL="3840480" indent="0" algn="ctr">
              <a:buNone/>
              <a:defRPr sz="168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5821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563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3191514"/>
            <a:ext cx="8281035" cy="5325109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8567000"/>
            <a:ext cx="8281035" cy="28003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/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9601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3pPr>
            <a:lvl4pPr marL="14401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19202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4003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28803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3604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2654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3407833"/>
            <a:ext cx="4080510" cy="81224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3407833"/>
            <a:ext cx="4080510" cy="81224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4757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681570"/>
            <a:ext cx="8281035" cy="247438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3138171"/>
            <a:ext cx="4061757" cy="1537969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4676140"/>
            <a:ext cx="4061757" cy="687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8" y="3138171"/>
            <a:ext cx="4081761" cy="1537969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8" y="4676140"/>
            <a:ext cx="4081761" cy="687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845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5296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5477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853440"/>
            <a:ext cx="3096637" cy="2987040"/>
          </a:xfrm>
        </p:spPr>
        <p:txBody>
          <a:bodyPr anchor="b"/>
          <a:lstStyle>
            <a:lvl1pPr>
              <a:defRPr sz="33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1843196"/>
            <a:ext cx="4860608" cy="9097433"/>
          </a:xfrm>
        </p:spPr>
        <p:txBody>
          <a:bodyPr/>
          <a:lstStyle>
            <a:lvl1pPr>
              <a:defRPr sz="3360"/>
            </a:lvl1pPr>
            <a:lvl2pPr>
              <a:defRPr sz="2940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0270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853440"/>
            <a:ext cx="3096637" cy="2987040"/>
          </a:xfrm>
        </p:spPr>
        <p:txBody>
          <a:bodyPr anchor="b"/>
          <a:lstStyle>
            <a:lvl1pPr>
              <a:defRPr sz="33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1843196"/>
            <a:ext cx="4860608" cy="9097433"/>
          </a:xfrm>
        </p:spPr>
        <p:txBody>
          <a:bodyPr anchor="t"/>
          <a:lstStyle>
            <a:lvl1pPr marL="0" indent="0">
              <a:buNone/>
              <a:defRPr sz="3360"/>
            </a:lvl1pPr>
            <a:lvl2pPr marL="480060" indent="0">
              <a:buNone/>
              <a:defRPr sz="2940"/>
            </a:lvl2pPr>
            <a:lvl3pPr marL="960120" indent="0">
              <a:buNone/>
              <a:defRPr sz="252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7145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37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681567"/>
            <a:ext cx="2070259" cy="1084876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681567"/>
            <a:ext cx="6090761" cy="1084876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244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681570"/>
            <a:ext cx="8281035" cy="2474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3407833"/>
            <a:ext cx="8281035" cy="8122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11865189"/>
            <a:ext cx="216027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89A3E-E050-422B-9918-12A4A702BE8B}" type="datetimeFigureOut">
              <a:rPr lang="de-DE" smtClean="0"/>
              <a:t>08.05.2024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11865189"/>
            <a:ext cx="3240405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11865189"/>
            <a:ext cx="216027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7B67CC-AD8A-4979-B7F1-AB713A817D5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0935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60120" rtl="0" eaLnBrk="1" latinLnBrk="0" hangingPunct="1">
        <a:lnSpc>
          <a:spcPct val="90000"/>
        </a:lnSpc>
        <a:spcBef>
          <a:spcPct val="0"/>
        </a:spcBef>
        <a:buNone/>
        <a:defRPr sz="46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4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802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4033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FD77AE7-7D58-555F-A9B5-D47C816040B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05" b="2805"/>
          <a:stretch/>
        </p:blipFill>
        <p:spPr>
          <a:xfrm>
            <a:off x="-1" y="-1"/>
            <a:ext cx="9601201" cy="12801602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E6C72F2D-C99F-1D3F-C100-F4E89BA201CB}"/>
              </a:ext>
            </a:extLst>
          </p:cNvPr>
          <p:cNvSpPr/>
          <p:nvPr/>
        </p:nvSpPr>
        <p:spPr>
          <a:xfrm>
            <a:off x="0" y="10640292"/>
            <a:ext cx="9601201" cy="2161308"/>
          </a:xfrm>
          <a:prstGeom prst="rect">
            <a:avLst/>
          </a:prstGeom>
          <a:ln w="57150">
            <a:solidFill>
              <a:srgbClr val="57C31F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BCEA6FF2-4CAC-377C-885C-62346953A50B}"/>
              </a:ext>
            </a:extLst>
          </p:cNvPr>
          <p:cNvGrpSpPr/>
          <p:nvPr/>
        </p:nvGrpSpPr>
        <p:grpSpPr>
          <a:xfrm>
            <a:off x="7027914" y="8394725"/>
            <a:ext cx="2765962" cy="3822721"/>
            <a:chOff x="7027914" y="8394725"/>
            <a:chExt cx="2765962" cy="3822721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A76FC10E-5544-7BBA-B409-42CAD91474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7435" r="78283" b="55682"/>
            <a:stretch/>
          </p:blipFill>
          <p:spPr>
            <a:xfrm rot="19750119">
              <a:off x="7027914" y="8394725"/>
              <a:ext cx="2765962" cy="3822721"/>
            </a:xfrm>
            <a:prstGeom prst="rect">
              <a:avLst/>
            </a:prstGeom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AB93051C-697A-5B92-161D-3C30D246B582}"/>
                </a:ext>
              </a:extLst>
            </p:cNvPr>
            <p:cNvSpPr txBox="1"/>
            <p:nvPr/>
          </p:nvSpPr>
          <p:spPr>
            <a:xfrm rot="19801487">
              <a:off x="7327328" y="9323157"/>
              <a:ext cx="216713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„</a:t>
              </a:r>
              <a:r>
                <a:rPr lang="de-DE" dirty="0" err="1"/>
                <a:t>Again</a:t>
              </a:r>
              <a:r>
                <a:rPr lang="de-DE" dirty="0"/>
                <a:t> </a:t>
              </a:r>
              <a:r>
                <a:rPr lang="de-DE" dirty="0" err="1"/>
                <a:t>what</a:t>
              </a:r>
              <a:r>
                <a:rPr lang="de-DE" dirty="0"/>
                <a:t> </a:t>
              </a:r>
              <a:r>
                <a:rPr lang="de-DE" dirty="0" err="1"/>
                <a:t>learned</a:t>
              </a:r>
              <a:r>
                <a:rPr lang="de-DE" dirty="0"/>
                <a:t>“</a:t>
              </a:r>
            </a:p>
            <a:p>
              <a:pPr algn="ctr"/>
              <a:r>
                <a:rPr lang="de-DE" dirty="0"/>
                <a:t>- oder Geld </a:t>
              </a:r>
            </a:p>
            <a:p>
              <a:pPr algn="ctr"/>
              <a:r>
                <a:rPr lang="de-DE" dirty="0"/>
                <a:t>zurück</a:t>
              </a:r>
            </a:p>
          </p:txBody>
        </p:sp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794069A0-8FE6-31F4-79E8-61355090B537}"/>
              </a:ext>
            </a:extLst>
          </p:cNvPr>
          <p:cNvSpPr/>
          <p:nvPr/>
        </p:nvSpPr>
        <p:spPr>
          <a:xfrm>
            <a:off x="925990" y="10559039"/>
            <a:ext cx="7749221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threePt" dir="t"/>
            </a:scene3d>
            <a:sp3d extrusionH="57150">
              <a:bevelT w="38100" h="38100" prst="angle"/>
            </a:sp3d>
          </a:bodyPr>
          <a:lstStyle/>
          <a:p>
            <a:pPr algn="ctr"/>
            <a:r>
              <a:rPr lang="de-DE" sz="8800" b="1" cap="none" spc="50" dirty="0">
                <a:ln w="0">
                  <a:solidFill>
                    <a:srgbClr val="57C31F"/>
                  </a:solidFill>
                </a:ln>
                <a:solidFill>
                  <a:srgbClr val="27570E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HACKYHOUR</a:t>
            </a:r>
          </a:p>
        </p:txBody>
      </p:sp>
      <p:pic>
        <p:nvPicPr>
          <p:cNvPr id="12" name="Grafik 11" descr="Einhorn mit einfarbiger Füllung">
            <a:extLst>
              <a:ext uri="{FF2B5EF4-FFF2-40B4-BE49-F238E27FC236}">
                <a16:creationId xmlns:a16="http://schemas.microsoft.com/office/drawing/2014/main" id="{F6B9B78B-B721-8915-5D10-07F6CAB90D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121458">
            <a:off x="7308458" y="5235388"/>
            <a:ext cx="914400" cy="914400"/>
          </a:xfrm>
          <a:prstGeom prst="rect">
            <a:avLst/>
          </a:prstGeom>
        </p:spPr>
      </p:pic>
      <p:sp>
        <p:nvSpPr>
          <p:cNvPr id="14" name="Sprechblase: oval 13">
            <a:extLst>
              <a:ext uri="{FF2B5EF4-FFF2-40B4-BE49-F238E27FC236}">
                <a16:creationId xmlns:a16="http://schemas.microsoft.com/office/drawing/2014/main" id="{1845C565-04A9-7781-E007-56357FEB0960}"/>
              </a:ext>
            </a:extLst>
          </p:cNvPr>
          <p:cNvSpPr/>
          <p:nvPr/>
        </p:nvSpPr>
        <p:spPr>
          <a:xfrm>
            <a:off x="5676205" y="255025"/>
            <a:ext cx="2932138" cy="1727664"/>
          </a:xfrm>
          <a:prstGeom prst="wedgeEllipseCallout">
            <a:avLst>
              <a:gd name="adj1" fmla="val -40415"/>
              <a:gd name="adj2" fmla="val 95733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Dann bis du bei uns richtig! Gemeinsam finden sich die besten Lösungen.</a:t>
            </a:r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00824D38-B419-F1D4-364A-9444E3EC65DF}"/>
              </a:ext>
            </a:extLst>
          </p:cNvPr>
          <p:cNvGrpSpPr/>
          <p:nvPr/>
        </p:nvGrpSpPr>
        <p:grpSpPr>
          <a:xfrm>
            <a:off x="188180" y="335085"/>
            <a:ext cx="4046128" cy="928304"/>
            <a:chOff x="188180" y="125532"/>
            <a:chExt cx="4046128" cy="928304"/>
          </a:xfrm>
        </p:grpSpPr>
        <p:grpSp>
          <p:nvGrpSpPr>
            <p:cNvPr id="43" name="Gruppieren 42">
              <a:extLst>
                <a:ext uri="{FF2B5EF4-FFF2-40B4-BE49-F238E27FC236}">
                  <a16:creationId xmlns:a16="http://schemas.microsoft.com/office/drawing/2014/main" id="{7F3437EF-79F0-BC8F-F7D0-EE932F220A2E}"/>
                </a:ext>
              </a:extLst>
            </p:cNvPr>
            <p:cNvGrpSpPr/>
            <p:nvPr/>
          </p:nvGrpSpPr>
          <p:grpSpPr>
            <a:xfrm>
              <a:off x="831889" y="125532"/>
              <a:ext cx="3402419" cy="928304"/>
              <a:chOff x="831889" y="125532"/>
              <a:chExt cx="3402419" cy="928304"/>
            </a:xfrm>
          </p:grpSpPr>
          <p:sp>
            <p:nvSpPr>
              <p:cNvPr id="25" name="Rechteck: abgerundete Ecken 24">
                <a:extLst>
                  <a:ext uri="{FF2B5EF4-FFF2-40B4-BE49-F238E27FC236}">
                    <a16:creationId xmlns:a16="http://schemas.microsoft.com/office/drawing/2014/main" id="{DF2B6D3B-CB27-84E9-8065-A13DFF548C78}"/>
                  </a:ext>
                </a:extLst>
              </p:cNvPr>
              <p:cNvSpPr/>
              <p:nvPr/>
            </p:nvSpPr>
            <p:spPr>
              <a:xfrm>
                <a:off x="831889" y="125532"/>
                <a:ext cx="3402419" cy="928304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9B7699A2-EB92-8428-8F87-8789601F9290}"/>
                  </a:ext>
                </a:extLst>
              </p:cNvPr>
              <p:cNvSpPr txBox="1"/>
              <p:nvPr/>
            </p:nvSpPr>
            <p:spPr>
              <a:xfrm>
                <a:off x="953724" y="266519"/>
                <a:ext cx="315874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Du hast Spaß an IT-Spielereien bzw. -Herausforderungen?</a:t>
                </a: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C5EC58F6-C2A4-743E-BFA1-1D939E0554F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88180" y="206913"/>
              <a:ext cx="765543" cy="765543"/>
              <a:chOff x="-6294474" y="2242561"/>
              <a:chExt cx="1080000" cy="1080000"/>
            </a:xfrm>
          </p:grpSpPr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26B04FF7-3118-BFA8-28C5-FA543DF5A68C}"/>
                  </a:ext>
                </a:extLst>
              </p:cNvPr>
              <p:cNvSpPr/>
              <p:nvPr/>
            </p:nvSpPr>
            <p:spPr>
              <a:xfrm>
                <a:off x="-6294474" y="2242561"/>
                <a:ext cx="1080000" cy="108000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7" name="Grafik 26" descr="Fragezeichen mit einfarbiger Füllung">
                <a:extLst>
                  <a:ext uri="{FF2B5EF4-FFF2-40B4-BE49-F238E27FC236}">
                    <a16:creationId xmlns:a16="http://schemas.microsoft.com/office/drawing/2014/main" id="{EE424C71-50B6-4D3B-93AB-50033CA468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-6211674" y="2325361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37166896-FDDB-5EF6-1404-D5DAADDB2D98}"/>
              </a:ext>
            </a:extLst>
          </p:cNvPr>
          <p:cNvGrpSpPr/>
          <p:nvPr/>
        </p:nvGrpSpPr>
        <p:grpSpPr>
          <a:xfrm>
            <a:off x="570951" y="1440964"/>
            <a:ext cx="4417620" cy="1106046"/>
            <a:chOff x="188180" y="1422322"/>
            <a:chExt cx="4417620" cy="1106046"/>
          </a:xfrm>
        </p:grpSpPr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DAC35A5B-55A8-383F-9787-89B9D282F574}"/>
                </a:ext>
              </a:extLst>
            </p:cNvPr>
            <p:cNvGrpSpPr/>
            <p:nvPr/>
          </p:nvGrpSpPr>
          <p:grpSpPr>
            <a:xfrm>
              <a:off x="831889" y="1422322"/>
              <a:ext cx="3773911" cy="1106046"/>
              <a:chOff x="890581" y="1422322"/>
              <a:chExt cx="3773911" cy="1106046"/>
            </a:xfrm>
          </p:grpSpPr>
          <p:sp>
            <p:nvSpPr>
              <p:cNvPr id="38" name="Rechteck: abgerundete Ecken 37">
                <a:extLst>
                  <a:ext uri="{FF2B5EF4-FFF2-40B4-BE49-F238E27FC236}">
                    <a16:creationId xmlns:a16="http://schemas.microsoft.com/office/drawing/2014/main" id="{2B64091D-2C35-3497-963F-06629D6E756E}"/>
                  </a:ext>
                </a:extLst>
              </p:cNvPr>
              <p:cNvSpPr/>
              <p:nvPr/>
            </p:nvSpPr>
            <p:spPr>
              <a:xfrm>
                <a:off x="890581" y="1422322"/>
                <a:ext cx="3773911" cy="1106046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11557CA-B9B8-1B06-9DD4-C4F30CA092B7}"/>
                  </a:ext>
                </a:extLst>
              </p:cNvPr>
              <p:cNvSpPr txBox="1"/>
              <p:nvPr/>
            </p:nvSpPr>
            <p:spPr>
              <a:xfrm>
                <a:off x="1052510" y="1513680"/>
                <a:ext cx="345005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Du möchtest herausfinden, wie Informatik deine Forschung verbessern und erleichtern kann?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9C74A0DE-FE89-22F1-7D53-E15AA951E6F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88180" y="1592574"/>
              <a:ext cx="765543" cy="765543"/>
              <a:chOff x="-6294474" y="2493314"/>
              <a:chExt cx="1080000" cy="1080000"/>
            </a:xfrm>
          </p:grpSpPr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4A5C54A4-C07E-F73B-970C-E2D7B18BF25E}"/>
                  </a:ext>
                </a:extLst>
              </p:cNvPr>
              <p:cNvSpPr/>
              <p:nvPr/>
            </p:nvSpPr>
            <p:spPr>
              <a:xfrm>
                <a:off x="-6294474" y="2493314"/>
                <a:ext cx="1080000" cy="108000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37" name="Grafik 36" descr="Fragezeichen mit einfarbiger Füllung">
                <a:extLst>
                  <a:ext uri="{FF2B5EF4-FFF2-40B4-BE49-F238E27FC236}">
                    <a16:creationId xmlns:a16="http://schemas.microsoft.com/office/drawing/2014/main" id="{6A7B4473-A4BE-8549-5063-69502AC7D6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-6211673" y="2576114"/>
                <a:ext cx="914400" cy="914401"/>
              </a:xfrm>
              <a:prstGeom prst="rect">
                <a:avLst/>
              </a:prstGeom>
            </p:spPr>
          </p:pic>
        </p:grpSp>
      </p:grpSp>
      <p:sp>
        <p:nvSpPr>
          <p:cNvPr id="46" name="Textfeld 45">
            <a:extLst>
              <a:ext uri="{FF2B5EF4-FFF2-40B4-BE49-F238E27FC236}">
                <a16:creationId xmlns:a16="http://schemas.microsoft.com/office/drawing/2014/main" id="{46CF9691-B642-CBEB-FA4D-8139FCDE429D}"/>
              </a:ext>
            </a:extLst>
          </p:cNvPr>
          <p:cNvSpPr txBox="1"/>
          <p:nvPr/>
        </p:nvSpPr>
        <p:spPr>
          <a:xfrm>
            <a:off x="1207744" y="12082451"/>
            <a:ext cx="71857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/>
              <a:t>Wann? Wo? Wie?</a:t>
            </a:r>
          </a:p>
        </p:txBody>
      </p:sp>
      <p:pic>
        <p:nvPicPr>
          <p:cNvPr id="48" name="Grafik 47" descr="Puzzleteile mit einfarbiger Füllung">
            <a:extLst>
              <a:ext uri="{FF2B5EF4-FFF2-40B4-BE49-F238E27FC236}">
                <a16:creationId xmlns:a16="http://schemas.microsoft.com/office/drawing/2014/main" id="{1445CDCA-7CEC-62B4-A557-670E9F8AAC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486356">
            <a:off x="1382093" y="5616623"/>
            <a:ext cx="696090" cy="696090"/>
          </a:xfrm>
          <a:prstGeom prst="rect">
            <a:avLst/>
          </a:prstGeom>
        </p:spPr>
      </p:pic>
      <p:pic>
        <p:nvPicPr>
          <p:cNvPr id="50" name="Grafik 49" descr="Statistiken mit einfarbiger Füllung">
            <a:extLst>
              <a:ext uri="{FF2B5EF4-FFF2-40B4-BE49-F238E27FC236}">
                <a16:creationId xmlns:a16="http://schemas.microsoft.com/office/drawing/2014/main" id="{128D3888-A2D9-73EC-8DAF-80925CB5F5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619368">
            <a:off x="1923264" y="5794683"/>
            <a:ext cx="655259" cy="6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99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AA9DA163-972C-0C43-B235-5B15855E40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22109"/>
          <a:stretch/>
        </p:blipFill>
        <p:spPr>
          <a:xfrm>
            <a:off x="0" y="233915"/>
            <a:ext cx="9601200" cy="9888279"/>
          </a:xfrm>
          <a:prstGeom prst="rect">
            <a:avLst/>
          </a:prstGeom>
        </p:spPr>
      </p:pic>
      <p:sp>
        <p:nvSpPr>
          <p:cNvPr id="5" name="Flussdiagramm: Dokument 4">
            <a:extLst>
              <a:ext uri="{FF2B5EF4-FFF2-40B4-BE49-F238E27FC236}">
                <a16:creationId xmlns:a16="http://schemas.microsoft.com/office/drawing/2014/main" id="{232686F7-66DD-7021-E645-32DA6DB65AA6}"/>
              </a:ext>
            </a:extLst>
          </p:cNvPr>
          <p:cNvSpPr/>
          <p:nvPr/>
        </p:nvSpPr>
        <p:spPr>
          <a:xfrm flipV="1">
            <a:off x="0" y="8633637"/>
            <a:ext cx="9601200" cy="4167962"/>
          </a:xfrm>
          <a:prstGeom prst="flowChartDocument">
            <a:avLst/>
          </a:prstGeom>
          <a:solidFill>
            <a:srgbClr val="40919E"/>
          </a:solidFill>
          <a:ln w="57150">
            <a:solidFill>
              <a:schemeClr val="bg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Flussdiagramm: Dokument 7">
            <a:extLst>
              <a:ext uri="{FF2B5EF4-FFF2-40B4-BE49-F238E27FC236}">
                <a16:creationId xmlns:a16="http://schemas.microsoft.com/office/drawing/2014/main" id="{5924A054-1A15-D068-70C9-C3EE5F0242D9}"/>
              </a:ext>
            </a:extLst>
          </p:cNvPr>
          <p:cNvSpPr/>
          <p:nvPr/>
        </p:nvSpPr>
        <p:spPr>
          <a:xfrm flipH="1">
            <a:off x="0" y="2"/>
            <a:ext cx="9601200" cy="2339161"/>
          </a:xfrm>
          <a:prstGeom prst="flowChartDocument">
            <a:avLst/>
          </a:prstGeom>
          <a:solidFill>
            <a:srgbClr val="40919E"/>
          </a:solidFill>
          <a:ln w="57150">
            <a:solidFill>
              <a:schemeClr val="bg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A41E268-8F10-4F16-8DB0-9E7FDE6DE7F4}"/>
              </a:ext>
            </a:extLst>
          </p:cNvPr>
          <p:cNvSpPr txBox="1"/>
          <p:nvPr/>
        </p:nvSpPr>
        <p:spPr>
          <a:xfrm>
            <a:off x="0" y="191385"/>
            <a:ext cx="960120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 algn="ctr">
              <a:spcAft>
                <a:spcPts val="1800"/>
              </a:spcAft>
              <a:buFont typeface="Wingdings" panose="05000000000000000000" pitchFamily="2" charset="2"/>
              <a:buChar char="ü"/>
            </a:pPr>
            <a:r>
              <a:rPr lang="de-DE" sz="2800" dirty="0">
                <a:solidFill>
                  <a:schemeClr val="bg1"/>
                </a:solidFill>
              </a:rPr>
              <a:t>Du hast Spaß an IT-Spielereien bzw. –Herausforderungen? </a:t>
            </a:r>
          </a:p>
          <a:p>
            <a:pPr marL="571500" indent="-571500" algn="ctr">
              <a:spcAft>
                <a:spcPts val="1800"/>
              </a:spcAft>
              <a:buFont typeface="Wingdings" panose="05000000000000000000" pitchFamily="2" charset="2"/>
              <a:buChar char="ü"/>
            </a:pPr>
            <a:r>
              <a:rPr lang="de-DE" sz="2800" dirty="0">
                <a:solidFill>
                  <a:schemeClr val="bg1"/>
                </a:solidFill>
              </a:rPr>
              <a:t>Du möchtest herausfinden, wie Informatik deine Forschung verbessern und erleichtern kann?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DD794D50-E4F1-27F9-D4D5-B987E08F478E}"/>
              </a:ext>
            </a:extLst>
          </p:cNvPr>
          <p:cNvGrpSpPr/>
          <p:nvPr/>
        </p:nvGrpSpPr>
        <p:grpSpPr>
          <a:xfrm flipH="1">
            <a:off x="0" y="999298"/>
            <a:ext cx="2765962" cy="3822721"/>
            <a:chOff x="7027914" y="8394725"/>
            <a:chExt cx="2765962" cy="3822721"/>
          </a:xfrm>
        </p:grpSpPr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21FE0040-E467-EF7A-7C79-BECAF3F7DF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7435" r="78283" b="55682"/>
            <a:stretch/>
          </p:blipFill>
          <p:spPr>
            <a:xfrm rot="19750119">
              <a:off x="7027914" y="8394725"/>
              <a:ext cx="2765962" cy="3822721"/>
            </a:xfrm>
            <a:prstGeom prst="rect">
              <a:avLst/>
            </a:prstGeom>
          </p:spPr>
        </p:pic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A7E86E9D-3EB7-CB34-B9E0-9DE6E9906005}"/>
                </a:ext>
              </a:extLst>
            </p:cNvPr>
            <p:cNvSpPr txBox="1"/>
            <p:nvPr/>
          </p:nvSpPr>
          <p:spPr>
            <a:xfrm rot="19801487">
              <a:off x="7327328" y="9323157"/>
              <a:ext cx="216713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„</a:t>
              </a:r>
              <a:r>
                <a:rPr lang="de-DE" dirty="0" err="1"/>
                <a:t>Again</a:t>
              </a:r>
              <a:r>
                <a:rPr lang="de-DE" dirty="0"/>
                <a:t> </a:t>
              </a:r>
              <a:r>
                <a:rPr lang="de-DE" dirty="0" err="1"/>
                <a:t>what</a:t>
              </a:r>
              <a:r>
                <a:rPr lang="de-DE" dirty="0"/>
                <a:t> </a:t>
              </a:r>
              <a:r>
                <a:rPr lang="de-DE" dirty="0" err="1"/>
                <a:t>learned</a:t>
              </a:r>
              <a:r>
                <a:rPr lang="de-DE" dirty="0"/>
                <a:t>“</a:t>
              </a:r>
            </a:p>
            <a:p>
              <a:pPr algn="ctr"/>
              <a:r>
                <a:rPr lang="de-DE" dirty="0"/>
                <a:t>- oder Geld </a:t>
              </a:r>
            </a:p>
            <a:p>
              <a:pPr algn="ctr"/>
              <a:r>
                <a:rPr lang="de-DE" dirty="0"/>
                <a:t>zurück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54CF4724-CF6F-FC54-A005-60D710674DC3}"/>
              </a:ext>
            </a:extLst>
          </p:cNvPr>
          <p:cNvSpPr/>
          <p:nvPr/>
        </p:nvSpPr>
        <p:spPr>
          <a:xfrm>
            <a:off x="574159" y="9664065"/>
            <a:ext cx="8803758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threePt" dir="t"/>
            </a:scene3d>
            <a:sp3d extrusionH="57150">
              <a:bevelT w="38100" h="38100" prst="angle"/>
            </a:sp3d>
          </a:bodyPr>
          <a:lstStyle/>
          <a:p>
            <a:pPr algn="ctr"/>
            <a:r>
              <a:rPr lang="de-DE" sz="9600" b="1" cap="none" spc="50" dirty="0">
                <a:ln w="0">
                  <a:solidFill>
                    <a:srgbClr val="40919E"/>
                  </a:solidFill>
                </a:ln>
                <a:solidFill>
                  <a:schemeClr val="bg1"/>
                </a:solidFill>
                <a:effectLst>
                  <a:glow rad="101600">
                    <a:schemeClr val="accent3">
                      <a:satMod val="175000"/>
                      <a:alpha val="40000"/>
                    </a:schemeClr>
                  </a:glow>
                </a:effectLst>
              </a:rPr>
              <a:t>HACKYHOUR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0D87D34-9539-EE7D-4C8D-5F3788FBBB57}"/>
              </a:ext>
            </a:extLst>
          </p:cNvPr>
          <p:cNvSpPr txBox="1"/>
          <p:nvPr/>
        </p:nvSpPr>
        <p:spPr>
          <a:xfrm>
            <a:off x="1207744" y="11577829"/>
            <a:ext cx="7185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b="1" dirty="0">
                <a:solidFill>
                  <a:schemeClr val="bg1"/>
                </a:solidFill>
              </a:rPr>
              <a:t>Wann? Wo? Wie?</a:t>
            </a:r>
          </a:p>
        </p:txBody>
      </p:sp>
    </p:spTree>
    <p:extLst>
      <p:ext uri="{BB962C8B-B14F-4D97-AF65-F5344CB8AC3E}">
        <p14:creationId xmlns:p14="http://schemas.microsoft.com/office/powerpoint/2010/main" val="1712169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93</Words>
  <Application>Microsoft Office PowerPoint</Application>
  <PresentationFormat>A3-Papier (297 x 420 mm)</PresentationFormat>
  <Paragraphs>16</Paragraphs>
  <Slides>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Wingdings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Kerstin Schmid</dc:creator>
  <cp:lastModifiedBy>Kerstin Schmid</cp:lastModifiedBy>
  <cp:revision>2</cp:revision>
  <dcterms:created xsi:type="dcterms:W3CDTF">2024-05-08T14:06:47Z</dcterms:created>
  <dcterms:modified xsi:type="dcterms:W3CDTF">2024-05-08T22:11:48Z</dcterms:modified>
</cp:coreProperties>
</file>